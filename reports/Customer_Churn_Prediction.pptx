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3"/>
  </p:sldMasterIdLst>
  <p:notesMasterIdLst>
    <p:notesMasterId r:id="rId23"/>
  </p:notesMasterIdLst>
  <p:handoutMasterIdLst>
    <p:handoutMasterId r:id="rId24"/>
  </p:handoutMasterIdLst>
  <p:sldIdLst>
    <p:sldId id="1593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159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B5A9"/>
    <a:srgbClr val="EDCA7F"/>
    <a:srgbClr val="8CB9C0"/>
    <a:srgbClr val="FBE0AF"/>
    <a:srgbClr val="FFCCCC"/>
    <a:srgbClr val="01B0F3"/>
    <a:srgbClr val="017E97"/>
    <a:srgbClr val="D62728"/>
    <a:srgbClr val="0E8088"/>
    <a:srgbClr val="DB43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A9C0D0-8A2C-E622-098B-E58F05125131}" v="130" dt="2024-10-16T14:32:05.6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49"/>
    <p:restoredTop sz="94607"/>
  </p:normalViewPr>
  <p:slideViewPr>
    <p:cSldViewPr snapToGrid="0">
      <p:cViewPr varScale="1">
        <p:scale>
          <a:sx n="78" d="100"/>
          <a:sy n="78" d="100"/>
        </p:scale>
        <p:origin x="184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sv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sv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0167F3-8411-4B52-BB37-32E66CADF3E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3DC826E-F9D1-41CD-98B8-B8A11CE9873E}">
      <dgm:prSet/>
      <dgm:spPr/>
      <dgm:t>
        <a:bodyPr/>
        <a:lstStyle/>
        <a:p>
          <a:r>
            <a:rPr lang="en-US"/>
            <a:t>Subscription services suffer revenue loss due to churn</a:t>
          </a:r>
        </a:p>
      </dgm:t>
    </dgm:pt>
    <dgm:pt modelId="{CA12FCBA-2EF1-48D1-8942-2EC4092AB5EB}" type="parTrans" cxnId="{C7734CA1-B1CF-47A7-A310-FB97E9141A51}">
      <dgm:prSet/>
      <dgm:spPr/>
      <dgm:t>
        <a:bodyPr/>
        <a:lstStyle/>
        <a:p>
          <a:endParaRPr lang="en-US"/>
        </a:p>
      </dgm:t>
    </dgm:pt>
    <dgm:pt modelId="{81BA34F4-E9C5-4BA8-87F4-5B266B148AA9}" type="sibTrans" cxnId="{C7734CA1-B1CF-47A7-A310-FB97E9141A51}">
      <dgm:prSet/>
      <dgm:spPr/>
      <dgm:t>
        <a:bodyPr/>
        <a:lstStyle/>
        <a:p>
          <a:endParaRPr lang="en-US"/>
        </a:p>
      </dgm:t>
    </dgm:pt>
    <dgm:pt modelId="{1C11242F-8984-4956-9CFB-77CB5099C3AB}">
      <dgm:prSet/>
      <dgm:spPr/>
      <dgm:t>
        <a:bodyPr/>
        <a:lstStyle/>
        <a:p>
          <a:r>
            <a:rPr lang="en-US"/>
            <a:t>Identifying at-risk customers enables targeted retention</a:t>
          </a:r>
        </a:p>
      </dgm:t>
    </dgm:pt>
    <dgm:pt modelId="{8B9D5D2D-F4FD-497F-9A3C-CE466571E2CC}" type="parTrans" cxnId="{6F97312F-EED1-470F-A3F9-64C930407D71}">
      <dgm:prSet/>
      <dgm:spPr/>
      <dgm:t>
        <a:bodyPr/>
        <a:lstStyle/>
        <a:p>
          <a:endParaRPr lang="en-US"/>
        </a:p>
      </dgm:t>
    </dgm:pt>
    <dgm:pt modelId="{18168470-275A-47DA-8C6E-D01DA6268E4E}" type="sibTrans" cxnId="{6F97312F-EED1-470F-A3F9-64C930407D71}">
      <dgm:prSet/>
      <dgm:spPr/>
      <dgm:t>
        <a:bodyPr/>
        <a:lstStyle/>
        <a:p>
          <a:endParaRPr lang="en-US"/>
        </a:p>
      </dgm:t>
    </dgm:pt>
    <dgm:pt modelId="{CFF275AE-2FA1-48B5-A752-D535235A4ACE}">
      <dgm:prSet/>
      <dgm:spPr/>
      <dgm:t>
        <a:bodyPr/>
        <a:lstStyle/>
        <a:p>
          <a:r>
            <a:rPr lang="en-US"/>
            <a:t>ML helps early detection using customer behavior patterns</a:t>
          </a:r>
        </a:p>
      </dgm:t>
    </dgm:pt>
    <dgm:pt modelId="{13BB6EA0-62D0-45DE-A380-DC0C09352545}" type="parTrans" cxnId="{2FD08E7F-EE31-4880-812F-A3322A794B56}">
      <dgm:prSet/>
      <dgm:spPr/>
      <dgm:t>
        <a:bodyPr/>
        <a:lstStyle/>
        <a:p>
          <a:endParaRPr lang="en-US"/>
        </a:p>
      </dgm:t>
    </dgm:pt>
    <dgm:pt modelId="{4561A223-D8C2-40E9-8E74-208E80BD452F}" type="sibTrans" cxnId="{2FD08E7F-EE31-4880-812F-A3322A794B56}">
      <dgm:prSet/>
      <dgm:spPr/>
      <dgm:t>
        <a:bodyPr/>
        <a:lstStyle/>
        <a:p>
          <a:endParaRPr lang="en-US"/>
        </a:p>
      </dgm:t>
    </dgm:pt>
    <dgm:pt modelId="{ECEF8D6D-7090-4A6A-93F1-5446076C735A}" type="pres">
      <dgm:prSet presAssocID="{4B0167F3-8411-4B52-BB37-32E66CADF3E8}" presName="root" presStyleCnt="0">
        <dgm:presLayoutVars>
          <dgm:dir/>
          <dgm:resizeHandles val="exact"/>
        </dgm:presLayoutVars>
      </dgm:prSet>
      <dgm:spPr/>
    </dgm:pt>
    <dgm:pt modelId="{CB50992F-49D3-42A3-8262-6E7535BAF770}" type="pres">
      <dgm:prSet presAssocID="{73DC826E-F9D1-41CD-98B8-B8A11CE9873E}" presName="compNode" presStyleCnt="0"/>
      <dgm:spPr/>
    </dgm:pt>
    <dgm:pt modelId="{E7C5920B-6231-40B5-B136-D6B9D3BE1F4E}" type="pres">
      <dgm:prSet presAssocID="{73DC826E-F9D1-41CD-98B8-B8A11CE9873E}" presName="bgRect" presStyleLbl="bgShp" presStyleIdx="0" presStyleCnt="3"/>
      <dgm:spPr/>
    </dgm:pt>
    <dgm:pt modelId="{76551B1B-9FAD-49F1-AAD2-77FFC882A9CB}" type="pres">
      <dgm:prSet presAssocID="{73DC826E-F9D1-41CD-98B8-B8A11CE9873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35240149-E976-4D3C-8C45-609EFACC4C9C}" type="pres">
      <dgm:prSet presAssocID="{73DC826E-F9D1-41CD-98B8-B8A11CE9873E}" presName="spaceRect" presStyleCnt="0"/>
      <dgm:spPr/>
    </dgm:pt>
    <dgm:pt modelId="{37BB1AD4-FB5B-4AF6-A8C7-C3945798A966}" type="pres">
      <dgm:prSet presAssocID="{73DC826E-F9D1-41CD-98B8-B8A11CE9873E}" presName="parTx" presStyleLbl="revTx" presStyleIdx="0" presStyleCnt="3">
        <dgm:presLayoutVars>
          <dgm:chMax val="0"/>
          <dgm:chPref val="0"/>
        </dgm:presLayoutVars>
      </dgm:prSet>
      <dgm:spPr/>
    </dgm:pt>
    <dgm:pt modelId="{70F072DD-57BF-4141-AA7C-A1609C069411}" type="pres">
      <dgm:prSet presAssocID="{81BA34F4-E9C5-4BA8-87F4-5B266B148AA9}" presName="sibTrans" presStyleCnt="0"/>
      <dgm:spPr/>
    </dgm:pt>
    <dgm:pt modelId="{0038249D-FAAC-43C9-B4EA-312F942DCEF9}" type="pres">
      <dgm:prSet presAssocID="{1C11242F-8984-4956-9CFB-77CB5099C3AB}" presName="compNode" presStyleCnt="0"/>
      <dgm:spPr/>
    </dgm:pt>
    <dgm:pt modelId="{2C8342FF-6187-45CE-B1F1-9761A7639105}" type="pres">
      <dgm:prSet presAssocID="{1C11242F-8984-4956-9CFB-77CB5099C3AB}" presName="bgRect" presStyleLbl="bgShp" presStyleIdx="1" presStyleCnt="3"/>
      <dgm:spPr/>
    </dgm:pt>
    <dgm:pt modelId="{BCC7F628-26CA-498B-84A5-8F8DAD731A6D}" type="pres">
      <dgm:prSet presAssocID="{1C11242F-8984-4956-9CFB-77CB5099C3A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CB562F7B-90E6-4241-8293-E8DA7E3F62CC}" type="pres">
      <dgm:prSet presAssocID="{1C11242F-8984-4956-9CFB-77CB5099C3AB}" presName="spaceRect" presStyleCnt="0"/>
      <dgm:spPr/>
    </dgm:pt>
    <dgm:pt modelId="{6C83EE6E-3777-4CB7-B011-68DD8251BB17}" type="pres">
      <dgm:prSet presAssocID="{1C11242F-8984-4956-9CFB-77CB5099C3AB}" presName="parTx" presStyleLbl="revTx" presStyleIdx="1" presStyleCnt="3">
        <dgm:presLayoutVars>
          <dgm:chMax val="0"/>
          <dgm:chPref val="0"/>
        </dgm:presLayoutVars>
      </dgm:prSet>
      <dgm:spPr/>
    </dgm:pt>
    <dgm:pt modelId="{49D18479-40B1-4BBC-A4FC-9445460CF228}" type="pres">
      <dgm:prSet presAssocID="{18168470-275A-47DA-8C6E-D01DA6268E4E}" presName="sibTrans" presStyleCnt="0"/>
      <dgm:spPr/>
    </dgm:pt>
    <dgm:pt modelId="{BA9748B8-D281-4B77-B15B-07B199B76130}" type="pres">
      <dgm:prSet presAssocID="{CFF275AE-2FA1-48B5-A752-D535235A4ACE}" presName="compNode" presStyleCnt="0"/>
      <dgm:spPr/>
    </dgm:pt>
    <dgm:pt modelId="{6876C5E2-30D6-4CE2-BF5D-59AA4B590542}" type="pres">
      <dgm:prSet presAssocID="{CFF275AE-2FA1-48B5-A752-D535235A4ACE}" presName="bgRect" presStyleLbl="bgShp" presStyleIdx="2" presStyleCnt="3"/>
      <dgm:spPr/>
    </dgm:pt>
    <dgm:pt modelId="{C4405F32-4DC8-44A6-88F8-212CB16E4C47}" type="pres">
      <dgm:prSet presAssocID="{CFF275AE-2FA1-48B5-A752-D535235A4AC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003D0A8-7754-4B65-8E6E-D65242AE00CB}" type="pres">
      <dgm:prSet presAssocID="{CFF275AE-2FA1-48B5-A752-D535235A4ACE}" presName="spaceRect" presStyleCnt="0"/>
      <dgm:spPr/>
    </dgm:pt>
    <dgm:pt modelId="{3DF378B3-9A66-4573-81EB-B5E273865DD1}" type="pres">
      <dgm:prSet presAssocID="{CFF275AE-2FA1-48B5-A752-D535235A4AC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0CEF125-1A1A-4972-A49E-F313E27C3811}" type="presOf" srcId="{4B0167F3-8411-4B52-BB37-32E66CADF3E8}" destId="{ECEF8D6D-7090-4A6A-93F1-5446076C735A}" srcOrd="0" destOrd="0" presId="urn:microsoft.com/office/officeart/2018/2/layout/IconVerticalSolidList"/>
    <dgm:cxn modelId="{6F97312F-EED1-470F-A3F9-64C930407D71}" srcId="{4B0167F3-8411-4B52-BB37-32E66CADF3E8}" destId="{1C11242F-8984-4956-9CFB-77CB5099C3AB}" srcOrd="1" destOrd="0" parTransId="{8B9D5D2D-F4FD-497F-9A3C-CE466571E2CC}" sibTransId="{18168470-275A-47DA-8C6E-D01DA6268E4E}"/>
    <dgm:cxn modelId="{67E4BE37-2A91-44A5-88EA-D8BA4E0BADED}" type="presOf" srcId="{73DC826E-F9D1-41CD-98B8-B8A11CE9873E}" destId="{37BB1AD4-FB5B-4AF6-A8C7-C3945798A966}" srcOrd="0" destOrd="0" presId="urn:microsoft.com/office/officeart/2018/2/layout/IconVerticalSolidList"/>
    <dgm:cxn modelId="{C851C556-6B10-4329-8FE4-323C2A4DC4AE}" type="presOf" srcId="{CFF275AE-2FA1-48B5-A752-D535235A4ACE}" destId="{3DF378B3-9A66-4573-81EB-B5E273865DD1}" srcOrd="0" destOrd="0" presId="urn:microsoft.com/office/officeart/2018/2/layout/IconVerticalSolidList"/>
    <dgm:cxn modelId="{5113B569-A550-4143-A4CF-F43C3D64951C}" type="presOf" srcId="{1C11242F-8984-4956-9CFB-77CB5099C3AB}" destId="{6C83EE6E-3777-4CB7-B011-68DD8251BB17}" srcOrd="0" destOrd="0" presId="urn:microsoft.com/office/officeart/2018/2/layout/IconVerticalSolidList"/>
    <dgm:cxn modelId="{2FD08E7F-EE31-4880-812F-A3322A794B56}" srcId="{4B0167F3-8411-4B52-BB37-32E66CADF3E8}" destId="{CFF275AE-2FA1-48B5-A752-D535235A4ACE}" srcOrd="2" destOrd="0" parTransId="{13BB6EA0-62D0-45DE-A380-DC0C09352545}" sibTransId="{4561A223-D8C2-40E9-8E74-208E80BD452F}"/>
    <dgm:cxn modelId="{C7734CA1-B1CF-47A7-A310-FB97E9141A51}" srcId="{4B0167F3-8411-4B52-BB37-32E66CADF3E8}" destId="{73DC826E-F9D1-41CD-98B8-B8A11CE9873E}" srcOrd="0" destOrd="0" parTransId="{CA12FCBA-2EF1-48D1-8942-2EC4092AB5EB}" sibTransId="{81BA34F4-E9C5-4BA8-87F4-5B266B148AA9}"/>
    <dgm:cxn modelId="{06378ED6-17D7-48E2-A21D-098591DAFD03}" type="presParOf" srcId="{ECEF8D6D-7090-4A6A-93F1-5446076C735A}" destId="{CB50992F-49D3-42A3-8262-6E7535BAF770}" srcOrd="0" destOrd="0" presId="urn:microsoft.com/office/officeart/2018/2/layout/IconVerticalSolidList"/>
    <dgm:cxn modelId="{B9A6BEF9-B9A2-44C0-8DFE-89192117E1A2}" type="presParOf" srcId="{CB50992F-49D3-42A3-8262-6E7535BAF770}" destId="{E7C5920B-6231-40B5-B136-D6B9D3BE1F4E}" srcOrd="0" destOrd="0" presId="urn:microsoft.com/office/officeart/2018/2/layout/IconVerticalSolidList"/>
    <dgm:cxn modelId="{E8E55BFB-113E-497C-8088-71A5D547CB68}" type="presParOf" srcId="{CB50992F-49D3-42A3-8262-6E7535BAF770}" destId="{76551B1B-9FAD-49F1-AAD2-77FFC882A9CB}" srcOrd="1" destOrd="0" presId="urn:microsoft.com/office/officeart/2018/2/layout/IconVerticalSolidList"/>
    <dgm:cxn modelId="{78796D05-6BA1-4CD5-A2E1-40B9E66AB13C}" type="presParOf" srcId="{CB50992F-49D3-42A3-8262-6E7535BAF770}" destId="{35240149-E976-4D3C-8C45-609EFACC4C9C}" srcOrd="2" destOrd="0" presId="urn:microsoft.com/office/officeart/2018/2/layout/IconVerticalSolidList"/>
    <dgm:cxn modelId="{D1157571-0BA2-4072-A0E2-47E16FD20E12}" type="presParOf" srcId="{CB50992F-49D3-42A3-8262-6E7535BAF770}" destId="{37BB1AD4-FB5B-4AF6-A8C7-C3945798A966}" srcOrd="3" destOrd="0" presId="urn:microsoft.com/office/officeart/2018/2/layout/IconVerticalSolidList"/>
    <dgm:cxn modelId="{D7C76DB1-D629-49AB-90B8-9C40B493A09D}" type="presParOf" srcId="{ECEF8D6D-7090-4A6A-93F1-5446076C735A}" destId="{70F072DD-57BF-4141-AA7C-A1609C069411}" srcOrd="1" destOrd="0" presId="urn:microsoft.com/office/officeart/2018/2/layout/IconVerticalSolidList"/>
    <dgm:cxn modelId="{02D09087-EA7F-434E-B329-733214027591}" type="presParOf" srcId="{ECEF8D6D-7090-4A6A-93F1-5446076C735A}" destId="{0038249D-FAAC-43C9-B4EA-312F942DCEF9}" srcOrd="2" destOrd="0" presId="urn:microsoft.com/office/officeart/2018/2/layout/IconVerticalSolidList"/>
    <dgm:cxn modelId="{17789D28-A532-4F33-901D-3772C1945E8B}" type="presParOf" srcId="{0038249D-FAAC-43C9-B4EA-312F942DCEF9}" destId="{2C8342FF-6187-45CE-B1F1-9761A7639105}" srcOrd="0" destOrd="0" presId="urn:microsoft.com/office/officeart/2018/2/layout/IconVerticalSolidList"/>
    <dgm:cxn modelId="{EBD459D6-8886-4BC6-B3D0-558416B852B5}" type="presParOf" srcId="{0038249D-FAAC-43C9-B4EA-312F942DCEF9}" destId="{BCC7F628-26CA-498B-84A5-8F8DAD731A6D}" srcOrd="1" destOrd="0" presId="urn:microsoft.com/office/officeart/2018/2/layout/IconVerticalSolidList"/>
    <dgm:cxn modelId="{FDE17B75-50F3-4FEB-9247-B85D4F35C41E}" type="presParOf" srcId="{0038249D-FAAC-43C9-B4EA-312F942DCEF9}" destId="{CB562F7B-90E6-4241-8293-E8DA7E3F62CC}" srcOrd="2" destOrd="0" presId="urn:microsoft.com/office/officeart/2018/2/layout/IconVerticalSolidList"/>
    <dgm:cxn modelId="{C9EF5741-5D5A-4ACD-85B1-059B84FBFBD2}" type="presParOf" srcId="{0038249D-FAAC-43C9-B4EA-312F942DCEF9}" destId="{6C83EE6E-3777-4CB7-B011-68DD8251BB17}" srcOrd="3" destOrd="0" presId="urn:microsoft.com/office/officeart/2018/2/layout/IconVerticalSolidList"/>
    <dgm:cxn modelId="{A8D5B033-5C45-4EDA-A7D1-D9D5DD2E8821}" type="presParOf" srcId="{ECEF8D6D-7090-4A6A-93F1-5446076C735A}" destId="{49D18479-40B1-4BBC-A4FC-9445460CF228}" srcOrd="3" destOrd="0" presId="urn:microsoft.com/office/officeart/2018/2/layout/IconVerticalSolidList"/>
    <dgm:cxn modelId="{337BAF6C-11AC-460C-A810-51555677031B}" type="presParOf" srcId="{ECEF8D6D-7090-4A6A-93F1-5446076C735A}" destId="{BA9748B8-D281-4B77-B15B-07B199B76130}" srcOrd="4" destOrd="0" presId="urn:microsoft.com/office/officeart/2018/2/layout/IconVerticalSolidList"/>
    <dgm:cxn modelId="{4946ECFA-B5D4-4D1F-9CC8-2E8DD3851F85}" type="presParOf" srcId="{BA9748B8-D281-4B77-B15B-07B199B76130}" destId="{6876C5E2-30D6-4CE2-BF5D-59AA4B590542}" srcOrd="0" destOrd="0" presId="urn:microsoft.com/office/officeart/2018/2/layout/IconVerticalSolidList"/>
    <dgm:cxn modelId="{ED0E1DD1-EB34-4167-A183-B041B39CCA2F}" type="presParOf" srcId="{BA9748B8-D281-4B77-B15B-07B199B76130}" destId="{C4405F32-4DC8-44A6-88F8-212CB16E4C47}" srcOrd="1" destOrd="0" presId="urn:microsoft.com/office/officeart/2018/2/layout/IconVerticalSolidList"/>
    <dgm:cxn modelId="{17469705-0485-44A1-9CBE-EEBB32933673}" type="presParOf" srcId="{BA9748B8-D281-4B77-B15B-07B199B76130}" destId="{3003D0A8-7754-4B65-8E6E-D65242AE00CB}" srcOrd="2" destOrd="0" presId="urn:microsoft.com/office/officeart/2018/2/layout/IconVerticalSolidList"/>
    <dgm:cxn modelId="{6019B52E-DE8B-48C0-946B-0E2E7C2B9166}" type="presParOf" srcId="{BA9748B8-D281-4B77-B15B-07B199B76130}" destId="{3DF378B3-9A66-4573-81EB-B5E273865DD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84C5BE4-2A53-4215-9F39-1CD907EFF2FE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2A21BE3-98AE-41D7-A399-B9D5FED9E62B}">
      <dgm:prSet/>
      <dgm:spPr/>
      <dgm:t>
        <a:bodyPr/>
        <a:lstStyle/>
        <a:p>
          <a:r>
            <a:rPr lang="en-US"/>
            <a:t>Build</a:t>
          </a:r>
        </a:p>
      </dgm:t>
    </dgm:pt>
    <dgm:pt modelId="{A717A1B5-75D9-427D-9CDE-B1C46928B8AC}" type="parTrans" cxnId="{1A8F362F-4233-4EB3-B49A-9C8ACE5AA5D8}">
      <dgm:prSet/>
      <dgm:spPr/>
      <dgm:t>
        <a:bodyPr/>
        <a:lstStyle/>
        <a:p>
          <a:endParaRPr lang="en-US"/>
        </a:p>
      </dgm:t>
    </dgm:pt>
    <dgm:pt modelId="{4DF9318C-4A25-4B1A-A893-4C52A6E48E73}" type="sibTrans" cxnId="{1A8F362F-4233-4EB3-B49A-9C8ACE5AA5D8}">
      <dgm:prSet/>
      <dgm:spPr/>
      <dgm:t>
        <a:bodyPr/>
        <a:lstStyle/>
        <a:p>
          <a:endParaRPr lang="en-US"/>
        </a:p>
      </dgm:t>
    </dgm:pt>
    <dgm:pt modelId="{65C3C378-CF6F-4042-A28B-40329047280A}">
      <dgm:prSet/>
      <dgm:spPr/>
      <dgm:t>
        <a:bodyPr/>
        <a:lstStyle/>
        <a:p>
          <a:r>
            <a:rPr lang="en-US"/>
            <a:t>Build reproducible ML pipeline</a:t>
          </a:r>
        </a:p>
      </dgm:t>
    </dgm:pt>
    <dgm:pt modelId="{F4AC905E-DE39-456E-B5D2-0439EAF10472}" type="parTrans" cxnId="{183DB3AD-D279-43C9-B323-8CF27B1A2119}">
      <dgm:prSet/>
      <dgm:spPr/>
      <dgm:t>
        <a:bodyPr/>
        <a:lstStyle/>
        <a:p>
          <a:endParaRPr lang="en-US"/>
        </a:p>
      </dgm:t>
    </dgm:pt>
    <dgm:pt modelId="{F9428FA9-E8E4-478E-AB1A-1D2E0ED2B4C7}" type="sibTrans" cxnId="{183DB3AD-D279-43C9-B323-8CF27B1A2119}">
      <dgm:prSet/>
      <dgm:spPr/>
      <dgm:t>
        <a:bodyPr/>
        <a:lstStyle/>
        <a:p>
          <a:endParaRPr lang="en-US"/>
        </a:p>
      </dgm:t>
    </dgm:pt>
    <dgm:pt modelId="{500D57A4-3805-4D88-8157-502910E68F89}">
      <dgm:prSet/>
      <dgm:spPr/>
      <dgm:t>
        <a:bodyPr/>
        <a:lstStyle/>
        <a:p>
          <a:r>
            <a:rPr lang="en-US"/>
            <a:t>Compare</a:t>
          </a:r>
        </a:p>
      </dgm:t>
    </dgm:pt>
    <dgm:pt modelId="{3120702A-24C4-4A91-A649-79772B217E04}" type="parTrans" cxnId="{761B8AA7-361C-44F6-B298-3FA15909761C}">
      <dgm:prSet/>
      <dgm:spPr/>
      <dgm:t>
        <a:bodyPr/>
        <a:lstStyle/>
        <a:p>
          <a:endParaRPr lang="en-US"/>
        </a:p>
      </dgm:t>
    </dgm:pt>
    <dgm:pt modelId="{AA120DC0-47ED-4AB7-B4BF-D38FCB0E1D62}" type="sibTrans" cxnId="{761B8AA7-361C-44F6-B298-3FA15909761C}">
      <dgm:prSet/>
      <dgm:spPr/>
      <dgm:t>
        <a:bodyPr/>
        <a:lstStyle/>
        <a:p>
          <a:endParaRPr lang="en-US"/>
        </a:p>
      </dgm:t>
    </dgm:pt>
    <dgm:pt modelId="{4E3CFE51-CC92-4B19-9945-B91CE7C106F3}">
      <dgm:prSet/>
      <dgm:spPr/>
      <dgm:t>
        <a:bodyPr/>
        <a:lstStyle/>
        <a:p>
          <a:r>
            <a:rPr lang="en-US"/>
            <a:t>Compare multiple models</a:t>
          </a:r>
        </a:p>
      </dgm:t>
    </dgm:pt>
    <dgm:pt modelId="{BB3C7786-9FC5-4BF3-B192-61B9D26F6DE4}" type="parTrans" cxnId="{0D490584-5294-4935-9DA7-0469D5180BE5}">
      <dgm:prSet/>
      <dgm:spPr/>
      <dgm:t>
        <a:bodyPr/>
        <a:lstStyle/>
        <a:p>
          <a:endParaRPr lang="en-US"/>
        </a:p>
      </dgm:t>
    </dgm:pt>
    <dgm:pt modelId="{91370E17-C9D8-418E-8530-F6BF7B93F45A}" type="sibTrans" cxnId="{0D490584-5294-4935-9DA7-0469D5180BE5}">
      <dgm:prSet/>
      <dgm:spPr/>
      <dgm:t>
        <a:bodyPr/>
        <a:lstStyle/>
        <a:p>
          <a:endParaRPr lang="en-US"/>
        </a:p>
      </dgm:t>
    </dgm:pt>
    <dgm:pt modelId="{F3D63710-AB9D-4152-862E-3E6E1A3AFA35}">
      <dgm:prSet/>
      <dgm:spPr/>
      <dgm:t>
        <a:bodyPr/>
        <a:lstStyle/>
        <a:p>
          <a:r>
            <a:rPr lang="en-US"/>
            <a:t>Identify</a:t>
          </a:r>
        </a:p>
      </dgm:t>
    </dgm:pt>
    <dgm:pt modelId="{8C905BE6-7311-4119-ACAC-03EEC81CCD98}" type="parTrans" cxnId="{FBCDF999-7184-4F46-9C93-9E6D84BA34B0}">
      <dgm:prSet/>
      <dgm:spPr/>
      <dgm:t>
        <a:bodyPr/>
        <a:lstStyle/>
        <a:p>
          <a:endParaRPr lang="en-US"/>
        </a:p>
      </dgm:t>
    </dgm:pt>
    <dgm:pt modelId="{1D15EEAD-748B-4558-A65A-D50823829A31}" type="sibTrans" cxnId="{FBCDF999-7184-4F46-9C93-9E6D84BA34B0}">
      <dgm:prSet/>
      <dgm:spPr/>
      <dgm:t>
        <a:bodyPr/>
        <a:lstStyle/>
        <a:p>
          <a:endParaRPr lang="en-US"/>
        </a:p>
      </dgm:t>
    </dgm:pt>
    <dgm:pt modelId="{63E1850E-9A76-49A6-B3CB-2465D0E361AA}">
      <dgm:prSet/>
      <dgm:spPr/>
      <dgm:t>
        <a:bodyPr/>
        <a:lstStyle/>
        <a:p>
          <a:r>
            <a:rPr lang="en-US"/>
            <a:t>Identify key churn drivers</a:t>
          </a:r>
        </a:p>
      </dgm:t>
    </dgm:pt>
    <dgm:pt modelId="{DDEEE0E1-A551-4303-88A9-E9CAAFB4A7CA}" type="parTrans" cxnId="{276821DB-ECAC-4850-8A65-A4FEA4FD19DC}">
      <dgm:prSet/>
      <dgm:spPr/>
      <dgm:t>
        <a:bodyPr/>
        <a:lstStyle/>
        <a:p>
          <a:endParaRPr lang="en-US"/>
        </a:p>
      </dgm:t>
    </dgm:pt>
    <dgm:pt modelId="{1ACB3CE4-7AA0-4899-994B-34348D49F054}" type="sibTrans" cxnId="{276821DB-ECAC-4850-8A65-A4FEA4FD19DC}">
      <dgm:prSet/>
      <dgm:spPr/>
      <dgm:t>
        <a:bodyPr/>
        <a:lstStyle/>
        <a:p>
          <a:endParaRPr lang="en-US"/>
        </a:p>
      </dgm:t>
    </dgm:pt>
    <dgm:pt modelId="{4023C842-45FA-49AD-8CAA-75BCEEF7869E}">
      <dgm:prSet/>
      <dgm:spPr/>
      <dgm:t>
        <a:bodyPr/>
        <a:lstStyle/>
        <a:p>
          <a:r>
            <a:rPr lang="en-US"/>
            <a:t>Evaluate</a:t>
          </a:r>
        </a:p>
      </dgm:t>
    </dgm:pt>
    <dgm:pt modelId="{2007ADE6-D7B1-4B27-95CB-C41597984DF7}" type="parTrans" cxnId="{3C845E65-C4EA-4516-860C-A14C5EBB73F2}">
      <dgm:prSet/>
      <dgm:spPr/>
      <dgm:t>
        <a:bodyPr/>
        <a:lstStyle/>
        <a:p>
          <a:endParaRPr lang="en-US"/>
        </a:p>
      </dgm:t>
    </dgm:pt>
    <dgm:pt modelId="{3C7AA123-81E2-495A-A374-7CB359AEA844}" type="sibTrans" cxnId="{3C845E65-C4EA-4516-860C-A14C5EBB73F2}">
      <dgm:prSet/>
      <dgm:spPr/>
      <dgm:t>
        <a:bodyPr/>
        <a:lstStyle/>
        <a:p>
          <a:endParaRPr lang="en-US"/>
        </a:p>
      </dgm:t>
    </dgm:pt>
    <dgm:pt modelId="{7710CD6A-1A0B-44BE-9E6F-A4C073C6107B}">
      <dgm:prSet/>
      <dgm:spPr/>
      <dgm:t>
        <a:bodyPr/>
        <a:lstStyle/>
        <a:p>
          <a:r>
            <a:rPr lang="en-US"/>
            <a:t>Evaluate using ROC, F1, confusion matrices</a:t>
          </a:r>
        </a:p>
      </dgm:t>
    </dgm:pt>
    <dgm:pt modelId="{83A24318-CBD3-4F51-AF70-A6E06245F361}" type="parTrans" cxnId="{C672B83B-A2A9-47F7-9B14-F3B41FC4F462}">
      <dgm:prSet/>
      <dgm:spPr/>
      <dgm:t>
        <a:bodyPr/>
        <a:lstStyle/>
        <a:p>
          <a:endParaRPr lang="en-US"/>
        </a:p>
      </dgm:t>
    </dgm:pt>
    <dgm:pt modelId="{226C4521-2C44-4E38-B1C9-0BFC46314846}" type="sibTrans" cxnId="{C672B83B-A2A9-47F7-9B14-F3B41FC4F462}">
      <dgm:prSet/>
      <dgm:spPr/>
      <dgm:t>
        <a:bodyPr/>
        <a:lstStyle/>
        <a:p>
          <a:endParaRPr lang="en-US"/>
        </a:p>
      </dgm:t>
    </dgm:pt>
    <dgm:pt modelId="{ACD11CC8-3600-994F-BDFB-C3AC67C3AAFA}" type="pres">
      <dgm:prSet presAssocID="{B84C5BE4-2A53-4215-9F39-1CD907EFF2FE}" presName="Name0" presStyleCnt="0">
        <dgm:presLayoutVars>
          <dgm:dir/>
          <dgm:animLvl val="lvl"/>
          <dgm:resizeHandles val="exact"/>
        </dgm:presLayoutVars>
      </dgm:prSet>
      <dgm:spPr/>
    </dgm:pt>
    <dgm:pt modelId="{0D3AAEE1-D32A-DD40-8125-A74A99224CE3}" type="pres">
      <dgm:prSet presAssocID="{4023C842-45FA-49AD-8CAA-75BCEEF7869E}" presName="boxAndChildren" presStyleCnt="0"/>
      <dgm:spPr/>
    </dgm:pt>
    <dgm:pt modelId="{2179E7BB-5544-AA45-89A4-77EE9A2D4A38}" type="pres">
      <dgm:prSet presAssocID="{4023C842-45FA-49AD-8CAA-75BCEEF7869E}" presName="parentTextBox" presStyleLbl="alignNode1" presStyleIdx="0" presStyleCnt="4"/>
      <dgm:spPr/>
    </dgm:pt>
    <dgm:pt modelId="{ED4C37FD-E652-5347-B245-F9D2404C50FB}" type="pres">
      <dgm:prSet presAssocID="{4023C842-45FA-49AD-8CAA-75BCEEF7869E}" presName="descendantBox" presStyleLbl="bgAccFollowNode1" presStyleIdx="0" presStyleCnt="4"/>
      <dgm:spPr/>
    </dgm:pt>
    <dgm:pt modelId="{448A6327-F029-8A4E-AC64-9ECCA261F385}" type="pres">
      <dgm:prSet presAssocID="{1D15EEAD-748B-4558-A65A-D50823829A31}" presName="sp" presStyleCnt="0"/>
      <dgm:spPr/>
    </dgm:pt>
    <dgm:pt modelId="{B062CF96-0150-0B42-8F11-687D25FF3056}" type="pres">
      <dgm:prSet presAssocID="{F3D63710-AB9D-4152-862E-3E6E1A3AFA35}" presName="arrowAndChildren" presStyleCnt="0"/>
      <dgm:spPr/>
    </dgm:pt>
    <dgm:pt modelId="{82DD23EB-02DF-E94A-822D-DED26EC1DDF6}" type="pres">
      <dgm:prSet presAssocID="{F3D63710-AB9D-4152-862E-3E6E1A3AFA35}" presName="parentTextArrow" presStyleLbl="node1" presStyleIdx="0" presStyleCnt="0"/>
      <dgm:spPr/>
    </dgm:pt>
    <dgm:pt modelId="{6F1816EA-C042-AC46-B05B-47202C60DE32}" type="pres">
      <dgm:prSet presAssocID="{F3D63710-AB9D-4152-862E-3E6E1A3AFA35}" presName="arrow" presStyleLbl="alignNode1" presStyleIdx="1" presStyleCnt="4"/>
      <dgm:spPr/>
    </dgm:pt>
    <dgm:pt modelId="{16ADB738-2B7D-BB49-B253-8C697AC25402}" type="pres">
      <dgm:prSet presAssocID="{F3D63710-AB9D-4152-862E-3E6E1A3AFA35}" presName="descendantArrow" presStyleLbl="bgAccFollowNode1" presStyleIdx="1" presStyleCnt="4"/>
      <dgm:spPr/>
    </dgm:pt>
    <dgm:pt modelId="{03B146D7-6B63-FC48-B714-F992432CFE82}" type="pres">
      <dgm:prSet presAssocID="{AA120DC0-47ED-4AB7-B4BF-D38FCB0E1D62}" presName="sp" presStyleCnt="0"/>
      <dgm:spPr/>
    </dgm:pt>
    <dgm:pt modelId="{FC68B083-3E9C-F54F-8701-6BD6BB8A39B3}" type="pres">
      <dgm:prSet presAssocID="{500D57A4-3805-4D88-8157-502910E68F89}" presName="arrowAndChildren" presStyleCnt="0"/>
      <dgm:spPr/>
    </dgm:pt>
    <dgm:pt modelId="{266821E8-9722-1944-98E2-A77BD95A2D71}" type="pres">
      <dgm:prSet presAssocID="{500D57A4-3805-4D88-8157-502910E68F89}" presName="parentTextArrow" presStyleLbl="node1" presStyleIdx="0" presStyleCnt="0"/>
      <dgm:spPr/>
    </dgm:pt>
    <dgm:pt modelId="{2C98E024-EA30-4940-86BB-1786E33B3386}" type="pres">
      <dgm:prSet presAssocID="{500D57A4-3805-4D88-8157-502910E68F89}" presName="arrow" presStyleLbl="alignNode1" presStyleIdx="2" presStyleCnt="4"/>
      <dgm:spPr/>
    </dgm:pt>
    <dgm:pt modelId="{8B9DBE26-56BB-834B-94FE-F4C0F223A6A9}" type="pres">
      <dgm:prSet presAssocID="{500D57A4-3805-4D88-8157-502910E68F89}" presName="descendantArrow" presStyleLbl="bgAccFollowNode1" presStyleIdx="2" presStyleCnt="4"/>
      <dgm:spPr/>
    </dgm:pt>
    <dgm:pt modelId="{6A7191F0-227B-6F46-A2A0-ECAEBC96D520}" type="pres">
      <dgm:prSet presAssocID="{4DF9318C-4A25-4B1A-A893-4C52A6E48E73}" presName="sp" presStyleCnt="0"/>
      <dgm:spPr/>
    </dgm:pt>
    <dgm:pt modelId="{18BE90DB-E2A6-FD4C-89AC-DF960166E3B1}" type="pres">
      <dgm:prSet presAssocID="{C2A21BE3-98AE-41D7-A399-B9D5FED9E62B}" presName="arrowAndChildren" presStyleCnt="0"/>
      <dgm:spPr/>
    </dgm:pt>
    <dgm:pt modelId="{18A12F9A-B809-4E4D-B47D-541BE911EAAF}" type="pres">
      <dgm:prSet presAssocID="{C2A21BE3-98AE-41D7-A399-B9D5FED9E62B}" presName="parentTextArrow" presStyleLbl="node1" presStyleIdx="0" presStyleCnt="0"/>
      <dgm:spPr/>
    </dgm:pt>
    <dgm:pt modelId="{29D6F870-D01B-3844-9017-D580A8ED4A41}" type="pres">
      <dgm:prSet presAssocID="{C2A21BE3-98AE-41D7-A399-B9D5FED9E62B}" presName="arrow" presStyleLbl="alignNode1" presStyleIdx="3" presStyleCnt="4"/>
      <dgm:spPr/>
    </dgm:pt>
    <dgm:pt modelId="{9C631705-1328-6B4E-8D56-E2DC8365389F}" type="pres">
      <dgm:prSet presAssocID="{C2A21BE3-98AE-41D7-A399-B9D5FED9E62B}" presName="descendantArrow" presStyleLbl="bgAccFollowNode1" presStyleIdx="3" presStyleCnt="4"/>
      <dgm:spPr/>
    </dgm:pt>
  </dgm:ptLst>
  <dgm:cxnLst>
    <dgm:cxn modelId="{1A08EC00-F668-814F-AF58-65A5D68F270C}" type="presOf" srcId="{B84C5BE4-2A53-4215-9F39-1CD907EFF2FE}" destId="{ACD11CC8-3600-994F-BDFB-C3AC67C3AAFA}" srcOrd="0" destOrd="0" presId="urn:microsoft.com/office/officeart/2016/7/layout/VerticalDownArrowProcess"/>
    <dgm:cxn modelId="{51B5BA01-05DD-394D-80D1-3FCB1A0A183D}" type="presOf" srcId="{C2A21BE3-98AE-41D7-A399-B9D5FED9E62B}" destId="{18A12F9A-B809-4E4D-B47D-541BE911EAAF}" srcOrd="0" destOrd="0" presId="urn:microsoft.com/office/officeart/2016/7/layout/VerticalDownArrowProcess"/>
    <dgm:cxn modelId="{5663C911-CF4E-6D48-B5DD-74CD5C157F47}" type="presOf" srcId="{65C3C378-CF6F-4042-A28B-40329047280A}" destId="{9C631705-1328-6B4E-8D56-E2DC8365389F}" srcOrd="0" destOrd="0" presId="urn:microsoft.com/office/officeart/2016/7/layout/VerticalDownArrowProcess"/>
    <dgm:cxn modelId="{9FD5152C-460C-0B41-A595-3FFE31ABEAB0}" type="presOf" srcId="{7710CD6A-1A0B-44BE-9E6F-A4C073C6107B}" destId="{ED4C37FD-E652-5347-B245-F9D2404C50FB}" srcOrd="0" destOrd="0" presId="urn:microsoft.com/office/officeart/2016/7/layout/VerticalDownArrowProcess"/>
    <dgm:cxn modelId="{1A8F362F-4233-4EB3-B49A-9C8ACE5AA5D8}" srcId="{B84C5BE4-2A53-4215-9F39-1CD907EFF2FE}" destId="{C2A21BE3-98AE-41D7-A399-B9D5FED9E62B}" srcOrd="0" destOrd="0" parTransId="{A717A1B5-75D9-427D-9CDE-B1C46928B8AC}" sibTransId="{4DF9318C-4A25-4B1A-A893-4C52A6E48E73}"/>
    <dgm:cxn modelId="{C672B83B-A2A9-47F7-9B14-F3B41FC4F462}" srcId="{4023C842-45FA-49AD-8CAA-75BCEEF7869E}" destId="{7710CD6A-1A0B-44BE-9E6F-A4C073C6107B}" srcOrd="0" destOrd="0" parTransId="{83A24318-CBD3-4F51-AF70-A6E06245F361}" sibTransId="{226C4521-2C44-4E38-B1C9-0BFC46314846}"/>
    <dgm:cxn modelId="{63656A41-1D5B-7349-A085-02AC42A4C1D5}" type="presOf" srcId="{F3D63710-AB9D-4152-862E-3E6E1A3AFA35}" destId="{6F1816EA-C042-AC46-B05B-47202C60DE32}" srcOrd="1" destOrd="0" presId="urn:microsoft.com/office/officeart/2016/7/layout/VerticalDownArrowProcess"/>
    <dgm:cxn modelId="{2A117E58-BBA1-C648-A4B3-DC2EB7E99DFB}" type="presOf" srcId="{63E1850E-9A76-49A6-B3CB-2465D0E361AA}" destId="{16ADB738-2B7D-BB49-B253-8C697AC25402}" srcOrd="0" destOrd="0" presId="urn:microsoft.com/office/officeart/2016/7/layout/VerticalDownArrowProcess"/>
    <dgm:cxn modelId="{58965164-C346-8D4C-8F11-C2F9DA45D589}" type="presOf" srcId="{500D57A4-3805-4D88-8157-502910E68F89}" destId="{266821E8-9722-1944-98E2-A77BD95A2D71}" srcOrd="0" destOrd="0" presId="urn:microsoft.com/office/officeart/2016/7/layout/VerticalDownArrowProcess"/>
    <dgm:cxn modelId="{3C845E65-C4EA-4516-860C-A14C5EBB73F2}" srcId="{B84C5BE4-2A53-4215-9F39-1CD907EFF2FE}" destId="{4023C842-45FA-49AD-8CAA-75BCEEF7869E}" srcOrd="3" destOrd="0" parTransId="{2007ADE6-D7B1-4B27-95CB-C41597984DF7}" sibTransId="{3C7AA123-81E2-495A-A374-7CB359AEA844}"/>
    <dgm:cxn modelId="{E523E283-0B2B-9340-9352-8411CE5F93C4}" type="presOf" srcId="{4E3CFE51-CC92-4B19-9945-B91CE7C106F3}" destId="{8B9DBE26-56BB-834B-94FE-F4C0F223A6A9}" srcOrd="0" destOrd="0" presId="urn:microsoft.com/office/officeart/2016/7/layout/VerticalDownArrowProcess"/>
    <dgm:cxn modelId="{0D490584-5294-4935-9DA7-0469D5180BE5}" srcId="{500D57A4-3805-4D88-8157-502910E68F89}" destId="{4E3CFE51-CC92-4B19-9945-B91CE7C106F3}" srcOrd="0" destOrd="0" parTransId="{BB3C7786-9FC5-4BF3-B192-61B9D26F6DE4}" sibTransId="{91370E17-C9D8-418E-8530-F6BF7B93F45A}"/>
    <dgm:cxn modelId="{9BAAD98D-6155-3F4A-A132-531CBC41F8B5}" type="presOf" srcId="{4023C842-45FA-49AD-8CAA-75BCEEF7869E}" destId="{2179E7BB-5544-AA45-89A4-77EE9A2D4A38}" srcOrd="0" destOrd="0" presId="urn:microsoft.com/office/officeart/2016/7/layout/VerticalDownArrowProcess"/>
    <dgm:cxn modelId="{6CE8CC8E-0C0C-DC4D-9BCE-C3D47A0062B9}" type="presOf" srcId="{500D57A4-3805-4D88-8157-502910E68F89}" destId="{2C98E024-EA30-4940-86BB-1786E33B3386}" srcOrd="1" destOrd="0" presId="urn:microsoft.com/office/officeart/2016/7/layout/VerticalDownArrowProcess"/>
    <dgm:cxn modelId="{FBCDF999-7184-4F46-9C93-9E6D84BA34B0}" srcId="{B84C5BE4-2A53-4215-9F39-1CD907EFF2FE}" destId="{F3D63710-AB9D-4152-862E-3E6E1A3AFA35}" srcOrd="2" destOrd="0" parTransId="{8C905BE6-7311-4119-ACAC-03EEC81CCD98}" sibTransId="{1D15EEAD-748B-4558-A65A-D50823829A31}"/>
    <dgm:cxn modelId="{761B8AA7-361C-44F6-B298-3FA15909761C}" srcId="{B84C5BE4-2A53-4215-9F39-1CD907EFF2FE}" destId="{500D57A4-3805-4D88-8157-502910E68F89}" srcOrd="1" destOrd="0" parTransId="{3120702A-24C4-4A91-A649-79772B217E04}" sibTransId="{AA120DC0-47ED-4AB7-B4BF-D38FCB0E1D62}"/>
    <dgm:cxn modelId="{183DB3AD-D279-43C9-B323-8CF27B1A2119}" srcId="{C2A21BE3-98AE-41D7-A399-B9D5FED9E62B}" destId="{65C3C378-CF6F-4042-A28B-40329047280A}" srcOrd="0" destOrd="0" parTransId="{F4AC905E-DE39-456E-B5D2-0439EAF10472}" sibTransId="{F9428FA9-E8E4-478E-AB1A-1D2E0ED2B4C7}"/>
    <dgm:cxn modelId="{97A88CAF-D9BD-1144-9992-5C1C287E0210}" type="presOf" srcId="{F3D63710-AB9D-4152-862E-3E6E1A3AFA35}" destId="{82DD23EB-02DF-E94A-822D-DED26EC1DDF6}" srcOrd="0" destOrd="0" presId="urn:microsoft.com/office/officeart/2016/7/layout/VerticalDownArrowProcess"/>
    <dgm:cxn modelId="{276821DB-ECAC-4850-8A65-A4FEA4FD19DC}" srcId="{F3D63710-AB9D-4152-862E-3E6E1A3AFA35}" destId="{63E1850E-9A76-49A6-B3CB-2465D0E361AA}" srcOrd="0" destOrd="0" parTransId="{DDEEE0E1-A551-4303-88A9-E9CAAFB4A7CA}" sibTransId="{1ACB3CE4-7AA0-4899-994B-34348D49F054}"/>
    <dgm:cxn modelId="{66C619E7-0445-1841-8833-80D3B6DD83B4}" type="presOf" srcId="{C2A21BE3-98AE-41D7-A399-B9D5FED9E62B}" destId="{29D6F870-D01B-3844-9017-D580A8ED4A41}" srcOrd="1" destOrd="0" presId="urn:microsoft.com/office/officeart/2016/7/layout/VerticalDownArrowProcess"/>
    <dgm:cxn modelId="{FCB0992A-B5AB-1745-8239-6A000A1F81A1}" type="presParOf" srcId="{ACD11CC8-3600-994F-BDFB-C3AC67C3AAFA}" destId="{0D3AAEE1-D32A-DD40-8125-A74A99224CE3}" srcOrd="0" destOrd="0" presId="urn:microsoft.com/office/officeart/2016/7/layout/VerticalDownArrowProcess"/>
    <dgm:cxn modelId="{1B2AC67B-4F3C-BD44-B394-551C8F96A343}" type="presParOf" srcId="{0D3AAEE1-D32A-DD40-8125-A74A99224CE3}" destId="{2179E7BB-5544-AA45-89A4-77EE9A2D4A38}" srcOrd="0" destOrd="0" presId="urn:microsoft.com/office/officeart/2016/7/layout/VerticalDownArrowProcess"/>
    <dgm:cxn modelId="{431C9B78-7966-2447-AB78-9C8AC8BC2C9E}" type="presParOf" srcId="{0D3AAEE1-D32A-DD40-8125-A74A99224CE3}" destId="{ED4C37FD-E652-5347-B245-F9D2404C50FB}" srcOrd="1" destOrd="0" presId="urn:microsoft.com/office/officeart/2016/7/layout/VerticalDownArrowProcess"/>
    <dgm:cxn modelId="{3B15A016-0938-6043-B803-C1A3327033EC}" type="presParOf" srcId="{ACD11CC8-3600-994F-BDFB-C3AC67C3AAFA}" destId="{448A6327-F029-8A4E-AC64-9ECCA261F385}" srcOrd="1" destOrd="0" presId="urn:microsoft.com/office/officeart/2016/7/layout/VerticalDownArrowProcess"/>
    <dgm:cxn modelId="{1FE6B3BB-0D28-DC43-80D2-197B7B56AD3A}" type="presParOf" srcId="{ACD11CC8-3600-994F-BDFB-C3AC67C3AAFA}" destId="{B062CF96-0150-0B42-8F11-687D25FF3056}" srcOrd="2" destOrd="0" presId="urn:microsoft.com/office/officeart/2016/7/layout/VerticalDownArrowProcess"/>
    <dgm:cxn modelId="{C99739E8-E64F-CB48-B0D9-BCE6008981A0}" type="presParOf" srcId="{B062CF96-0150-0B42-8F11-687D25FF3056}" destId="{82DD23EB-02DF-E94A-822D-DED26EC1DDF6}" srcOrd="0" destOrd="0" presId="urn:microsoft.com/office/officeart/2016/7/layout/VerticalDownArrowProcess"/>
    <dgm:cxn modelId="{D5419591-E029-624E-9C43-F7EA99F6F60D}" type="presParOf" srcId="{B062CF96-0150-0B42-8F11-687D25FF3056}" destId="{6F1816EA-C042-AC46-B05B-47202C60DE32}" srcOrd="1" destOrd="0" presId="urn:microsoft.com/office/officeart/2016/7/layout/VerticalDownArrowProcess"/>
    <dgm:cxn modelId="{B6A83656-3202-FA44-865A-A8104F3394CA}" type="presParOf" srcId="{B062CF96-0150-0B42-8F11-687D25FF3056}" destId="{16ADB738-2B7D-BB49-B253-8C697AC25402}" srcOrd="2" destOrd="0" presId="urn:microsoft.com/office/officeart/2016/7/layout/VerticalDownArrowProcess"/>
    <dgm:cxn modelId="{821091B8-BC79-164A-B001-F346AC8B6987}" type="presParOf" srcId="{ACD11CC8-3600-994F-BDFB-C3AC67C3AAFA}" destId="{03B146D7-6B63-FC48-B714-F992432CFE82}" srcOrd="3" destOrd="0" presId="urn:microsoft.com/office/officeart/2016/7/layout/VerticalDownArrowProcess"/>
    <dgm:cxn modelId="{102BCD8C-93EA-934A-977A-D14FA4187DAB}" type="presParOf" srcId="{ACD11CC8-3600-994F-BDFB-C3AC67C3AAFA}" destId="{FC68B083-3E9C-F54F-8701-6BD6BB8A39B3}" srcOrd="4" destOrd="0" presId="urn:microsoft.com/office/officeart/2016/7/layout/VerticalDownArrowProcess"/>
    <dgm:cxn modelId="{D10674B2-BE1C-2F40-9944-B8159580D0B2}" type="presParOf" srcId="{FC68B083-3E9C-F54F-8701-6BD6BB8A39B3}" destId="{266821E8-9722-1944-98E2-A77BD95A2D71}" srcOrd="0" destOrd="0" presId="urn:microsoft.com/office/officeart/2016/7/layout/VerticalDownArrowProcess"/>
    <dgm:cxn modelId="{06004868-FB02-0949-9FC9-EC5774E2AB3D}" type="presParOf" srcId="{FC68B083-3E9C-F54F-8701-6BD6BB8A39B3}" destId="{2C98E024-EA30-4940-86BB-1786E33B3386}" srcOrd="1" destOrd="0" presId="urn:microsoft.com/office/officeart/2016/7/layout/VerticalDownArrowProcess"/>
    <dgm:cxn modelId="{DC0A0069-F9AC-6448-83D9-55B9EF394B31}" type="presParOf" srcId="{FC68B083-3E9C-F54F-8701-6BD6BB8A39B3}" destId="{8B9DBE26-56BB-834B-94FE-F4C0F223A6A9}" srcOrd="2" destOrd="0" presId="urn:microsoft.com/office/officeart/2016/7/layout/VerticalDownArrowProcess"/>
    <dgm:cxn modelId="{B586E12C-11E2-A647-B2F1-D57DEC53B74E}" type="presParOf" srcId="{ACD11CC8-3600-994F-BDFB-C3AC67C3AAFA}" destId="{6A7191F0-227B-6F46-A2A0-ECAEBC96D520}" srcOrd="5" destOrd="0" presId="urn:microsoft.com/office/officeart/2016/7/layout/VerticalDownArrowProcess"/>
    <dgm:cxn modelId="{907E5D27-829A-4143-81C3-B1B286B1F765}" type="presParOf" srcId="{ACD11CC8-3600-994F-BDFB-C3AC67C3AAFA}" destId="{18BE90DB-E2A6-FD4C-89AC-DF960166E3B1}" srcOrd="6" destOrd="0" presId="urn:microsoft.com/office/officeart/2016/7/layout/VerticalDownArrowProcess"/>
    <dgm:cxn modelId="{44653DB2-997B-414A-B49E-F774E2D52775}" type="presParOf" srcId="{18BE90DB-E2A6-FD4C-89AC-DF960166E3B1}" destId="{18A12F9A-B809-4E4D-B47D-541BE911EAAF}" srcOrd="0" destOrd="0" presId="urn:microsoft.com/office/officeart/2016/7/layout/VerticalDownArrowProcess"/>
    <dgm:cxn modelId="{5DBC6344-FF49-294D-8F4E-6B1C04F5FD1F}" type="presParOf" srcId="{18BE90DB-E2A6-FD4C-89AC-DF960166E3B1}" destId="{29D6F870-D01B-3844-9017-D580A8ED4A41}" srcOrd="1" destOrd="0" presId="urn:microsoft.com/office/officeart/2016/7/layout/VerticalDownArrowProcess"/>
    <dgm:cxn modelId="{5EFE2002-C37A-F94A-B8AE-E56D5AC5B1ED}" type="presParOf" srcId="{18BE90DB-E2A6-FD4C-89AC-DF960166E3B1}" destId="{9C631705-1328-6B4E-8D56-E2DC8365389F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26FD008-5CDD-4AA9-AA18-71668D254992}" type="doc">
      <dgm:prSet loTypeId="urn:microsoft.com/office/officeart/2005/8/layout/matrix3" loCatId="matrix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7EA75AD-C22A-4E45-A438-5C353D65D250}">
      <dgm:prSet/>
      <dgm:spPr/>
      <dgm:t>
        <a:bodyPr/>
        <a:lstStyle/>
        <a:p>
          <a:r>
            <a:rPr lang="en-US"/>
            <a:t>Telco Customer Churn dataset (Kaggle)</a:t>
          </a:r>
        </a:p>
      </dgm:t>
    </dgm:pt>
    <dgm:pt modelId="{7FA38D95-F925-434F-92B2-3301E47621DA}" type="parTrans" cxnId="{0EE2968E-48B7-45ED-B3AB-5D49E4F00550}">
      <dgm:prSet/>
      <dgm:spPr/>
      <dgm:t>
        <a:bodyPr/>
        <a:lstStyle/>
        <a:p>
          <a:endParaRPr lang="en-US"/>
        </a:p>
      </dgm:t>
    </dgm:pt>
    <dgm:pt modelId="{B05FE33B-77DE-4793-A0DC-4DB33EC48FB1}" type="sibTrans" cxnId="{0EE2968E-48B7-45ED-B3AB-5D49E4F00550}">
      <dgm:prSet/>
      <dgm:spPr/>
      <dgm:t>
        <a:bodyPr/>
        <a:lstStyle/>
        <a:p>
          <a:endParaRPr lang="en-US"/>
        </a:p>
      </dgm:t>
    </dgm:pt>
    <dgm:pt modelId="{2F41E126-9D65-4829-9049-24AF030A5E5E}">
      <dgm:prSet/>
      <dgm:spPr/>
      <dgm:t>
        <a:bodyPr/>
        <a:lstStyle/>
        <a:p>
          <a:r>
            <a:rPr lang="en-US"/>
            <a:t>7,043 customers</a:t>
          </a:r>
        </a:p>
      </dgm:t>
    </dgm:pt>
    <dgm:pt modelId="{80689D08-F61B-423C-9749-42CE4318E30B}" type="parTrans" cxnId="{DDED5F86-728E-45E8-900D-0531042DFCE0}">
      <dgm:prSet/>
      <dgm:spPr/>
      <dgm:t>
        <a:bodyPr/>
        <a:lstStyle/>
        <a:p>
          <a:endParaRPr lang="en-US"/>
        </a:p>
      </dgm:t>
    </dgm:pt>
    <dgm:pt modelId="{B868D2BD-6398-41A3-866D-AC3644B4C8A5}" type="sibTrans" cxnId="{DDED5F86-728E-45E8-900D-0531042DFCE0}">
      <dgm:prSet/>
      <dgm:spPr/>
      <dgm:t>
        <a:bodyPr/>
        <a:lstStyle/>
        <a:p>
          <a:endParaRPr lang="en-US"/>
        </a:p>
      </dgm:t>
    </dgm:pt>
    <dgm:pt modelId="{D5AD2E85-8F88-441F-AAF5-8C4897A7124E}">
      <dgm:prSet/>
      <dgm:spPr/>
      <dgm:t>
        <a:bodyPr/>
        <a:lstStyle/>
        <a:p>
          <a:r>
            <a:rPr lang="en-US"/>
            <a:t>Demographics, contract type, payment, usage</a:t>
          </a:r>
        </a:p>
      </dgm:t>
    </dgm:pt>
    <dgm:pt modelId="{2D88CDFE-D09F-43AE-8480-AA79D1D54985}" type="parTrans" cxnId="{8037B6EF-8B6A-4511-802D-8D6692FB2D94}">
      <dgm:prSet/>
      <dgm:spPr/>
      <dgm:t>
        <a:bodyPr/>
        <a:lstStyle/>
        <a:p>
          <a:endParaRPr lang="en-US"/>
        </a:p>
      </dgm:t>
    </dgm:pt>
    <dgm:pt modelId="{CFA6C7BA-241B-47D2-A287-F7D2BFBD869D}" type="sibTrans" cxnId="{8037B6EF-8B6A-4511-802D-8D6692FB2D94}">
      <dgm:prSet/>
      <dgm:spPr/>
      <dgm:t>
        <a:bodyPr/>
        <a:lstStyle/>
        <a:p>
          <a:endParaRPr lang="en-US"/>
        </a:p>
      </dgm:t>
    </dgm:pt>
    <dgm:pt modelId="{C80870CE-FC2F-4B84-AF0A-3E71264493AD}">
      <dgm:prSet/>
      <dgm:spPr/>
      <dgm:t>
        <a:bodyPr/>
        <a:lstStyle/>
        <a:p>
          <a:r>
            <a:rPr lang="en-US"/>
            <a:t>Target: Churn (Yes/No)</a:t>
          </a:r>
        </a:p>
      </dgm:t>
    </dgm:pt>
    <dgm:pt modelId="{502D5BBC-A996-4E7C-821A-7887B58D5C03}" type="parTrans" cxnId="{72FF6DF9-3CA6-4E50-9619-7A1CC463E5DD}">
      <dgm:prSet/>
      <dgm:spPr/>
      <dgm:t>
        <a:bodyPr/>
        <a:lstStyle/>
        <a:p>
          <a:endParaRPr lang="en-US"/>
        </a:p>
      </dgm:t>
    </dgm:pt>
    <dgm:pt modelId="{93A91CD3-F7D6-4D80-87D2-EFCBE055F180}" type="sibTrans" cxnId="{72FF6DF9-3CA6-4E50-9619-7A1CC463E5DD}">
      <dgm:prSet/>
      <dgm:spPr/>
      <dgm:t>
        <a:bodyPr/>
        <a:lstStyle/>
        <a:p>
          <a:endParaRPr lang="en-US"/>
        </a:p>
      </dgm:t>
    </dgm:pt>
    <dgm:pt modelId="{C9091B77-36BD-9D47-8855-A6BBED999D98}" type="pres">
      <dgm:prSet presAssocID="{C26FD008-5CDD-4AA9-AA18-71668D254992}" presName="matrix" presStyleCnt="0">
        <dgm:presLayoutVars>
          <dgm:chMax val="1"/>
          <dgm:dir/>
          <dgm:resizeHandles val="exact"/>
        </dgm:presLayoutVars>
      </dgm:prSet>
      <dgm:spPr/>
    </dgm:pt>
    <dgm:pt modelId="{C4B8CF5D-6E06-D74D-BF24-121C9E97F2AA}" type="pres">
      <dgm:prSet presAssocID="{C26FD008-5CDD-4AA9-AA18-71668D254992}" presName="diamond" presStyleLbl="bgShp" presStyleIdx="0" presStyleCnt="1"/>
      <dgm:spPr/>
    </dgm:pt>
    <dgm:pt modelId="{614508F4-2805-1640-A004-B62D6E1F69EC}" type="pres">
      <dgm:prSet presAssocID="{C26FD008-5CDD-4AA9-AA18-71668D25499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295FDBE-3B8A-8045-9F4E-901C437BFF31}" type="pres">
      <dgm:prSet presAssocID="{C26FD008-5CDD-4AA9-AA18-71668D25499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05568A1-8520-C541-BF3E-AAD39A8A60D4}" type="pres">
      <dgm:prSet presAssocID="{C26FD008-5CDD-4AA9-AA18-71668D25499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50927EA-BED4-A04D-8A22-BF42C31109AA}" type="pres">
      <dgm:prSet presAssocID="{C26FD008-5CDD-4AA9-AA18-71668D25499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4DB5C51-6D2A-AD4C-A2E1-93311B660B42}" type="presOf" srcId="{D5AD2E85-8F88-441F-AAF5-8C4897A7124E}" destId="{305568A1-8520-C541-BF3E-AAD39A8A60D4}" srcOrd="0" destOrd="0" presId="urn:microsoft.com/office/officeart/2005/8/layout/matrix3"/>
    <dgm:cxn modelId="{DDED5F86-728E-45E8-900D-0531042DFCE0}" srcId="{C26FD008-5CDD-4AA9-AA18-71668D254992}" destId="{2F41E126-9D65-4829-9049-24AF030A5E5E}" srcOrd="1" destOrd="0" parTransId="{80689D08-F61B-423C-9749-42CE4318E30B}" sibTransId="{B868D2BD-6398-41A3-866D-AC3644B4C8A5}"/>
    <dgm:cxn modelId="{0EE2968E-48B7-45ED-B3AB-5D49E4F00550}" srcId="{C26FD008-5CDD-4AA9-AA18-71668D254992}" destId="{97EA75AD-C22A-4E45-A438-5C353D65D250}" srcOrd="0" destOrd="0" parTransId="{7FA38D95-F925-434F-92B2-3301E47621DA}" sibTransId="{B05FE33B-77DE-4793-A0DC-4DB33EC48FB1}"/>
    <dgm:cxn modelId="{09DC609F-5092-0E4D-A1FF-637F59D456B7}" type="presOf" srcId="{C80870CE-FC2F-4B84-AF0A-3E71264493AD}" destId="{A50927EA-BED4-A04D-8A22-BF42C31109AA}" srcOrd="0" destOrd="0" presId="urn:microsoft.com/office/officeart/2005/8/layout/matrix3"/>
    <dgm:cxn modelId="{E11162AA-E90C-8F40-A0F3-32E1CB6B31CF}" type="presOf" srcId="{C26FD008-5CDD-4AA9-AA18-71668D254992}" destId="{C9091B77-36BD-9D47-8855-A6BBED999D98}" srcOrd="0" destOrd="0" presId="urn:microsoft.com/office/officeart/2005/8/layout/matrix3"/>
    <dgm:cxn modelId="{198599CE-8188-9B46-8CAE-F6658FC38F00}" type="presOf" srcId="{2F41E126-9D65-4829-9049-24AF030A5E5E}" destId="{C295FDBE-3B8A-8045-9F4E-901C437BFF31}" srcOrd="0" destOrd="0" presId="urn:microsoft.com/office/officeart/2005/8/layout/matrix3"/>
    <dgm:cxn modelId="{40AD6BE0-24EA-3D4A-AE97-6BE3833AABA7}" type="presOf" srcId="{97EA75AD-C22A-4E45-A438-5C353D65D250}" destId="{614508F4-2805-1640-A004-B62D6E1F69EC}" srcOrd="0" destOrd="0" presId="urn:microsoft.com/office/officeart/2005/8/layout/matrix3"/>
    <dgm:cxn modelId="{8037B6EF-8B6A-4511-802D-8D6692FB2D94}" srcId="{C26FD008-5CDD-4AA9-AA18-71668D254992}" destId="{D5AD2E85-8F88-441F-AAF5-8C4897A7124E}" srcOrd="2" destOrd="0" parTransId="{2D88CDFE-D09F-43AE-8480-AA79D1D54985}" sibTransId="{CFA6C7BA-241B-47D2-A287-F7D2BFBD869D}"/>
    <dgm:cxn modelId="{72FF6DF9-3CA6-4E50-9619-7A1CC463E5DD}" srcId="{C26FD008-5CDD-4AA9-AA18-71668D254992}" destId="{C80870CE-FC2F-4B84-AF0A-3E71264493AD}" srcOrd="3" destOrd="0" parTransId="{502D5BBC-A996-4E7C-821A-7887B58D5C03}" sibTransId="{93A91CD3-F7D6-4D80-87D2-EFCBE055F180}"/>
    <dgm:cxn modelId="{141F5066-9EE7-5241-9E30-0EE0B07D999A}" type="presParOf" srcId="{C9091B77-36BD-9D47-8855-A6BBED999D98}" destId="{C4B8CF5D-6E06-D74D-BF24-121C9E97F2AA}" srcOrd="0" destOrd="0" presId="urn:microsoft.com/office/officeart/2005/8/layout/matrix3"/>
    <dgm:cxn modelId="{6BA9C95E-A241-3F4A-9295-90FFF3EF4D95}" type="presParOf" srcId="{C9091B77-36BD-9D47-8855-A6BBED999D98}" destId="{614508F4-2805-1640-A004-B62D6E1F69EC}" srcOrd="1" destOrd="0" presId="urn:microsoft.com/office/officeart/2005/8/layout/matrix3"/>
    <dgm:cxn modelId="{727620CB-FC10-CA4A-BC4A-F298BC5EBEAD}" type="presParOf" srcId="{C9091B77-36BD-9D47-8855-A6BBED999D98}" destId="{C295FDBE-3B8A-8045-9F4E-901C437BFF31}" srcOrd="2" destOrd="0" presId="urn:microsoft.com/office/officeart/2005/8/layout/matrix3"/>
    <dgm:cxn modelId="{AA85A858-547D-7F42-BF5E-B7FD2320816B}" type="presParOf" srcId="{C9091B77-36BD-9D47-8855-A6BBED999D98}" destId="{305568A1-8520-C541-BF3E-AAD39A8A60D4}" srcOrd="3" destOrd="0" presId="urn:microsoft.com/office/officeart/2005/8/layout/matrix3"/>
    <dgm:cxn modelId="{DBA8A699-3ED5-2A48-86A1-7AD003973C05}" type="presParOf" srcId="{C9091B77-36BD-9D47-8855-A6BBED999D98}" destId="{A50927EA-BED4-A04D-8A22-BF42C31109A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DBBABB6-E63E-46EC-908B-BEDC7D794DBC}" type="doc">
      <dgm:prSet loTypeId="urn:microsoft.com/office/officeart/2005/8/layout/cycle6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72CF2C3-187A-48FE-A20F-C460394A71F5}">
      <dgm:prSet/>
      <dgm:spPr/>
      <dgm:t>
        <a:bodyPr/>
        <a:lstStyle/>
        <a:p>
          <a:r>
            <a:rPr lang="en-US"/>
            <a:t>Handle missing values</a:t>
          </a:r>
        </a:p>
      </dgm:t>
    </dgm:pt>
    <dgm:pt modelId="{E78CF61D-1E20-4AA0-ABFE-3CCA7D6C54C8}" type="parTrans" cxnId="{B8BDDA25-9FC6-4982-B39C-210DEFC22D29}">
      <dgm:prSet/>
      <dgm:spPr/>
      <dgm:t>
        <a:bodyPr/>
        <a:lstStyle/>
        <a:p>
          <a:endParaRPr lang="en-US"/>
        </a:p>
      </dgm:t>
    </dgm:pt>
    <dgm:pt modelId="{56F00EA1-AA5D-48EA-A5FE-63388CE08AF6}" type="sibTrans" cxnId="{B8BDDA25-9FC6-4982-B39C-210DEFC22D29}">
      <dgm:prSet/>
      <dgm:spPr/>
      <dgm:t>
        <a:bodyPr/>
        <a:lstStyle/>
        <a:p>
          <a:endParaRPr lang="en-US"/>
        </a:p>
      </dgm:t>
    </dgm:pt>
    <dgm:pt modelId="{9CCCF17D-19F2-4991-8672-FC4D3E86C44E}">
      <dgm:prSet/>
      <dgm:spPr/>
      <dgm:t>
        <a:bodyPr/>
        <a:lstStyle/>
        <a:p>
          <a:r>
            <a:rPr lang="en-US"/>
            <a:t>Convert feature types</a:t>
          </a:r>
        </a:p>
      </dgm:t>
    </dgm:pt>
    <dgm:pt modelId="{E06E457D-46E8-444F-8AB5-A524B9016ACD}" type="parTrans" cxnId="{1615FB5D-FA03-4116-8171-2692B1E78EAC}">
      <dgm:prSet/>
      <dgm:spPr/>
      <dgm:t>
        <a:bodyPr/>
        <a:lstStyle/>
        <a:p>
          <a:endParaRPr lang="en-US"/>
        </a:p>
      </dgm:t>
    </dgm:pt>
    <dgm:pt modelId="{1BEA9069-8CE4-4E7F-8C96-9691F64029AF}" type="sibTrans" cxnId="{1615FB5D-FA03-4116-8171-2692B1E78EAC}">
      <dgm:prSet/>
      <dgm:spPr/>
      <dgm:t>
        <a:bodyPr/>
        <a:lstStyle/>
        <a:p>
          <a:endParaRPr lang="en-US"/>
        </a:p>
      </dgm:t>
    </dgm:pt>
    <dgm:pt modelId="{3ECB368A-B335-4400-BDAB-CC51E4640DA9}">
      <dgm:prSet/>
      <dgm:spPr/>
      <dgm:t>
        <a:bodyPr/>
        <a:lstStyle/>
        <a:p>
          <a:r>
            <a:rPr lang="en-US"/>
            <a:t>One-hot encoding</a:t>
          </a:r>
        </a:p>
      </dgm:t>
    </dgm:pt>
    <dgm:pt modelId="{83EFCE12-0213-4CFB-AA1D-5B0825757906}" type="parTrans" cxnId="{5283B76A-F676-4927-8548-175C3B649D63}">
      <dgm:prSet/>
      <dgm:spPr/>
      <dgm:t>
        <a:bodyPr/>
        <a:lstStyle/>
        <a:p>
          <a:endParaRPr lang="en-US"/>
        </a:p>
      </dgm:t>
    </dgm:pt>
    <dgm:pt modelId="{4BDC1FD1-ED04-461F-838D-616E3AB9156F}" type="sibTrans" cxnId="{5283B76A-F676-4927-8548-175C3B649D63}">
      <dgm:prSet/>
      <dgm:spPr/>
      <dgm:t>
        <a:bodyPr/>
        <a:lstStyle/>
        <a:p>
          <a:endParaRPr lang="en-US"/>
        </a:p>
      </dgm:t>
    </dgm:pt>
    <dgm:pt modelId="{C647EFCB-4B43-4101-8710-8798DB808388}">
      <dgm:prSet/>
      <dgm:spPr/>
      <dgm:t>
        <a:bodyPr/>
        <a:lstStyle/>
        <a:p>
          <a:r>
            <a:rPr lang="en-US"/>
            <a:t>Scaling numerical features</a:t>
          </a:r>
        </a:p>
      </dgm:t>
    </dgm:pt>
    <dgm:pt modelId="{CB940A4F-68D1-4603-A496-3C8AC6423171}" type="parTrans" cxnId="{536E6307-40DF-4960-B20F-C851FF5743E8}">
      <dgm:prSet/>
      <dgm:spPr/>
      <dgm:t>
        <a:bodyPr/>
        <a:lstStyle/>
        <a:p>
          <a:endParaRPr lang="en-US"/>
        </a:p>
      </dgm:t>
    </dgm:pt>
    <dgm:pt modelId="{E0256E93-3730-492E-A1B4-700A0896D2CE}" type="sibTrans" cxnId="{536E6307-40DF-4960-B20F-C851FF5743E8}">
      <dgm:prSet/>
      <dgm:spPr/>
      <dgm:t>
        <a:bodyPr/>
        <a:lstStyle/>
        <a:p>
          <a:endParaRPr lang="en-US"/>
        </a:p>
      </dgm:t>
    </dgm:pt>
    <dgm:pt modelId="{F452EC51-AFEB-4DFB-853B-B978D5F7F229}">
      <dgm:prSet/>
      <dgm:spPr/>
      <dgm:t>
        <a:bodyPr/>
        <a:lstStyle/>
        <a:p>
          <a:r>
            <a:rPr lang="en-US"/>
            <a:t>Stratified train-test split</a:t>
          </a:r>
        </a:p>
      </dgm:t>
    </dgm:pt>
    <dgm:pt modelId="{639E496F-2557-4A98-819B-38D24E35502F}" type="parTrans" cxnId="{0DAFFCCD-4F69-418A-9183-EF0DC4F8267C}">
      <dgm:prSet/>
      <dgm:spPr/>
      <dgm:t>
        <a:bodyPr/>
        <a:lstStyle/>
        <a:p>
          <a:endParaRPr lang="en-US"/>
        </a:p>
      </dgm:t>
    </dgm:pt>
    <dgm:pt modelId="{7430BE01-1135-4AA4-A93A-8F3B0BFEB1C5}" type="sibTrans" cxnId="{0DAFFCCD-4F69-418A-9183-EF0DC4F8267C}">
      <dgm:prSet/>
      <dgm:spPr/>
      <dgm:t>
        <a:bodyPr/>
        <a:lstStyle/>
        <a:p>
          <a:endParaRPr lang="en-US"/>
        </a:p>
      </dgm:t>
    </dgm:pt>
    <dgm:pt modelId="{CE678E0D-C886-E941-9602-4B580CA8B682}" type="pres">
      <dgm:prSet presAssocID="{5DBBABB6-E63E-46EC-908B-BEDC7D794DBC}" presName="cycle" presStyleCnt="0">
        <dgm:presLayoutVars>
          <dgm:dir/>
          <dgm:resizeHandles val="exact"/>
        </dgm:presLayoutVars>
      </dgm:prSet>
      <dgm:spPr/>
    </dgm:pt>
    <dgm:pt modelId="{F1F6681E-8B98-E245-BEB3-1CE8B2FA601F}" type="pres">
      <dgm:prSet presAssocID="{772CF2C3-187A-48FE-A20F-C460394A71F5}" presName="node" presStyleLbl="node1" presStyleIdx="0" presStyleCnt="5">
        <dgm:presLayoutVars>
          <dgm:bulletEnabled val="1"/>
        </dgm:presLayoutVars>
      </dgm:prSet>
      <dgm:spPr/>
    </dgm:pt>
    <dgm:pt modelId="{B91A76ED-6E5B-ED4D-A847-7036EC291EC0}" type="pres">
      <dgm:prSet presAssocID="{772CF2C3-187A-48FE-A20F-C460394A71F5}" presName="spNode" presStyleCnt="0"/>
      <dgm:spPr/>
    </dgm:pt>
    <dgm:pt modelId="{9C107DEF-AF81-C141-9D40-84FA4BF07D5D}" type="pres">
      <dgm:prSet presAssocID="{56F00EA1-AA5D-48EA-A5FE-63388CE08AF6}" presName="sibTrans" presStyleLbl="sibTrans1D1" presStyleIdx="0" presStyleCnt="5"/>
      <dgm:spPr/>
    </dgm:pt>
    <dgm:pt modelId="{43548B0E-10EF-024D-A749-787ADB3021C1}" type="pres">
      <dgm:prSet presAssocID="{9CCCF17D-19F2-4991-8672-FC4D3E86C44E}" presName="node" presStyleLbl="node1" presStyleIdx="1" presStyleCnt="5">
        <dgm:presLayoutVars>
          <dgm:bulletEnabled val="1"/>
        </dgm:presLayoutVars>
      </dgm:prSet>
      <dgm:spPr/>
    </dgm:pt>
    <dgm:pt modelId="{85472DC0-B340-494B-AFB4-6F9CCD46F060}" type="pres">
      <dgm:prSet presAssocID="{9CCCF17D-19F2-4991-8672-FC4D3E86C44E}" presName="spNode" presStyleCnt="0"/>
      <dgm:spPr/>
    </dgm:pt>
    <dgm:pt modelId="{2FA0F395-561F-014B-89A4-28DA265A4F80}" type="pres">
      <dgm:prSet presAssocID="{1BEA9069-8CE4-4E7F-8C96-9691F64029AF}" presName="sibTrans" presStyleLbl="sibTrans1D1" presStyleIdx="1" presStyleCnt="5"/>
      <dgm:spPr/>
    </dgm:pt>
    <dgm:pt modelId="{0E4AFCB6-B93A-5A4D-AE61-2E063E7DFE2B}" type="pres">
      <dgm:prSet presAssocID="{3ECB368A-B335-4400-BDAB-CC51E4640DA9}" presName="node" presStyleLbl="node1" presStyleIdx="2" presStyleCnt="5">
        <dgm:presLayoutVars>
          <dgm:bulletEnabled val="1"/>
        </dgm:presLayoutVars>
      </dgm:prSet>
      <dgm:spPr/>
    </dgm:pt>
    <dgm:pt modelId="{98F841AE-CC2B-2845-A6EF-EA255D2DE71B}" type="pres">
      <dgm:prSet presAssocID="{3ECB368A-B335-4400-BDAB-CC51E4640DA9}" presName="spNode" presStyleCnt="0"/>
      <dgm:spPr/>
    </dgm:pt>
    <dgm:pt modelId="{C56CB2B2-A9D1-7C48-9D36-3A9E2989E863}" type="pres">
      <dgm:prSet presAssocID="{4BDC1FD1-ED04-461F-838D-616E3AB9156F}" presName="sibTrans" presStyleLbl="sibTrans1D1" presStyleIdx="2" presStyleCnt="5"/>
      <dgm:spPr/>
    </dgm:pt>
    <dgm:pt modelId="{7FB1965A-D20D-0A47-AF54-9D5A72FE29ED}" type="pres">
      <dgm:prSet presAssocID="{C647EFCB-4B43-4101-8710-8798DB808388}" presName="node" presStyleLbl="node1" presStyleIdx="3" presStyleCnt="5">
        <dgm:presLayoutVars>
          <dgm:bulletEnabled val="1"/>
        </dgm:presLayoutVars>
      </dgm:prSet>
      <dgm:spPr/>
    </dgm:pt>
    <dgm:pt modelId="{2D23EEB6-C8E7-C346-A6BB-45CDB5A005B1}" type="pres">
      <dgm:prSet presAssocID="{C647EFCB-4B43-4101-8710-8798DB808388}" presName="spNode" presStyleCnt="0"/>
      <dgm:spPr/>
    </dgm:pt>
    <dgm:pt modelId="{0DCA57D1-F1C1-C74A-B169-DAEDCFF52A65}" type="pres">
      <dgm:prSet presAssocID="{E0256E93-3730-492E-A1B4-700A0896D2CE}" presName="sibTrans" presStyleLbl="sibTrans1D1" presStyleIdx="3" presStyleCnt="5"/>
      <dgm:spPr/>
    </dgm:pt>
    <dgm:pt modelId="{FB4AC772-0D8A-AF47-94F6-C4CECDA2F8DC}" type="pres">
      <dgm:prSet presAssocID="{F452EC51-AFEB-4DFB-853B-B978D5F7F229}" presName="node" presStyleLbl="node1" presStyleIdx="4" presStyleCnt="5">
        <dgm:presLayoutVars>
          <dgm:bulletEnabled val="1"/>
        </dgm:presLayoutVars>
      </dgm:prSet>
      <dgm:spPr/>
    </dgm:pt>
    <dgm:pt modelId="{FD471936-D059-2F4B-B41E-58A42E53653F}" type="pres">
      <dgm:prSet presAssocID="{F452EC51-AFEB-4DFB-853B-B978D5F7F229}" presName="spNode" presStyleCnt="0"/>
      <dgm:spPr/>
    </dgm:pt>
    <dgm:pt modelId="{F7A0EBF1-FA41-3B48-B6AA-5BA01F197D18}" type="pres">
      <dgm:prSet presAssocID="{7430BE01-1135-4AA4-A93A-8F3B0BFEB1C5}" presName="sibTrans" presStyleLbl="sibTrans1D1" presStyleIdx="4" presStyleCnt="5"/>
      <dgm:spPr/>
    </dgm:pt>
  </dgm:ptLst>
  <dgm:cxnLst>
    <dgm:cxn modelId="{536E6307-40DF-4960-B20F-C851FF5743E8}" srcId="{5DBBABB6-E63E-46EC-908B-BEDC7D794DBC}" destId="{C647EFCB-4B43-4101-8710-8798DB808388}" srcOrd="3" destOrd="0" parTransId="{CB940A4F-68D1-4603-A496-3C8AC6423171}" sibTransId="{E0256E93-3730-492E-A1B4-700A0896D2CE}"/>
    <dgm:cxn modelId="{BD6BBB19-06AC-B545-937A-0B87FB0C78CF}" type="presOf" srcId="{5DBBABB6-E63E-46EC-908B-BEDC7D794DBC}" destId="{CE678E0D-C886-E941-9602-4B580CA8B682}" srcOrd="0" destOrd="0" presId="urn:microsoft.com/office/officeart/2005/8/layout/cycle6"/>
    <dgm:cxn modelId="{B8BDDA25-9FC6-4982-B39C-210DEFC22D29}" srcId="{5DBBABB6-E63E-46EC-908B-BEDC7D794DBC}" destId="{772CF2C3-187A-48FE-A20F-C460394A71F5}" srcOrd="0" destOrd="0" parTransId="{E78CF61D-1E20-4AA0-ABFE-3CCA7D6C54C8}" sibTransId="{56F00EA1-AA5D-48EA-A5FE-63388CE08AF6}"/>
    <dgm:cxn modelId="{A1573326-0033-6948-BA82-CB79D9310EF7}" type="presOf" srcId="{772CF2C3-187A-48FE-A20F-C460394A71F5}" destId="{F1F6681E-8B98-E245-BEB3-1CE8B2FA601F}" srcOrd="0" destOrd="0" presId="urn:microsoft.com/office/officeart/2005/8/layout/cycle6"/>
    <dgm:cxn modelId="{D916133D-060D-3042-9E38-12BBE1C436EC}" type="presOf" srcId="{1BEA9069-8CE4-4E7F-8C96-9691F64029AF}" destId="{2FA0F395-561F-014B-89A4-28DA265A4F80}" srcOrd="0" destOrd="0" presId="urn:microsoft.com/office/officeart/2005/8/layout/cycle6"/>
    <dgm:cxn modelId="{E81B6E45-09A1-224A-B2E6-3CF3A1633F47}" type="presOf" srcId="{C647EFCB-4B43-4101-8710-8798DB808388}" destId="{7FB1965A-D20D-0A47-AF54-9D5A72FE29ED}" srcOrd="0" destOrd="0" presId="urn:microsoft.com/office/officeart/2005/8/layout/cycle6"/>
    <dgm:cxn modelId="{550E2E4A-9661-5749-A929-25755982F4BA}" type="presOf" srcId="{7430BE01-1135-4AA4-A93A-8F3B0BFEB1C5}" destId="{F7A0EBF1-FA41-3B48-B6AA-5BA01F197D18}" srcOrd="0" destOrd="0" presId="urn:microsoft.com/office/officeart/2005/8/layout/cycle6"/>
    <dgm:cxn modelId="{E579A75B-C3E4-1040-AE75-6DABD668D364}" type="presOf" srcId="{9CCCF17D-19F2-4991-8672-FC4D3E86C44E}" destId="{43548B0E-10EF-024D-A749-787ADB3021C1}" srcOrd="0" destOrd="0" presId="urn:microsoft.com/office/officeart/2005/8/layout/cycle6"/>
    <dgm:cxn modelId="{1615FB5D-FA03-4116-8171-2692B1E78EAC}" srcId="{5DBBABB6-E63E-46EC-908B-BEDC7D794DBC}" destId="{9CCCF17D-19F2-4991-8672-FC4D3E86C44E}" srcOrd="1" destOrd="0" parTransId="{E06E457D-46E8-444F-8AB5-A524B9016ACD}" sibTransId="{1BEA9069-8CE4-4E7F-8C96-9691F64029AF}"/>
    <dgm:cxn modelId="{5283B76A-F676-4927-8548-175C3B649D63}" srcId="{5DBBABB6-E63E-46EC-908B-BEDC7D794DBC}" destId="{3ECB368A-B335-4400-BDAB-CC51E4640DA9}" srcOrd="2" destOrd="0" parTransId="{83EFCE12-0213-4CFB-AA1D-5B0825757906}" sibTransId="{4BDC1FD1-ED04-461F-838D-616E3AB9156F}"/>
    <dgm:cxn modelId="{5149F46C-F6E0-9643-9557-B66F02DEE726}" type="presOf" srcId="{4BDC1FD1-ED04-461F-838D-616E3AB9156F}" destId="{C56CB2B2-A9D1-7C48-9D36-3A9E2989E863}" srcOrd="0" destOrd="0" presId="urn:microsoft.com/office/officeart/2005/8/layout/cycle6"/>
    <dgm:cxn modelId="{F5CDF49D-E198-1544-A8EA-E764139C0B50}" type="presOf" srcId="{3ECB368A-B335-4400-BDAB-CC51E4640DA9}" destId="{0E4AFCB6-B93A-5A4D-AE61-2E063E7DFE2B}" srcOrd="0" destOrd="0" presId="urn:microsoft.com/office/officeart/2005/8/layout/cycle6"/>
    <dgm:cxn modelId="{0DAFFCCD-4F69-418A-9183-EF0DC4F8267C}" srcId="{5DBBABB6-E63E-46EC-908B-BEDC7D794DBC}" destId="{F452EC51-AFEB-4DFB-853B-B978D5F7F229}" srcOrd="4" destOrd="0" parTransId="{639E496F-2557-4A98-819B-38D24E35502F}" sibTransId="{7430BE01-1135-4AA4-A93A-8F3B0BFEB1C5}"/>
    <dgm:cxn modelId="{F94FD6D2-8A7B-B94F-914B-E5612517D49F}" type="presOf" srcId="{56F00EA1-AA5D-48EA-A5FE-63388CE08AF6}" destId="{9C107DEF-AF81-C141-9D40-84FA4BF07D5D}" srcOrd="0" destOrd="0" presId="urn:microsoft.com/office/officeart/2005/8/layout/cycle6"/>
    <dgm:cxn modelId="{7A57BCD3-C5B1-E142-AB38-76D89F40A2D9}" type="presOf" srcId="{F452EC51-AFEB-4DFB-853B-B978D5F7F229}" destId="{FB4AC772-0D8A-AF47-94F6-C4CECDA2F8DC}" srcOrd="0" destOrd="0" presId="urn:microsoft.com/office/officeart/2005/8/layout/cycle6"/>
    <dgm:cxn modelId="{CE2C33E4-C065-7E4C-BDA7-BA66529EF87A}" type="presOf" srcId="{E0256E93-3730-492E-A1B4-700A0896D2CE}" destId="{0DCA57D1-F1C1-C74A-B169-DAEDCFF52A65}" srcOrd="0" destOrd="0" presId="urn:microsoft.com/office/officeart/2005/8/layout/cycle6"/>
    <dgm:cxn modelId="{4459AA53-EF6D-4349-A17C-635DED4EA31A}" type="presParOf" srcId="{CE678E0D-C886-E941-9602-4B580CA8B682}" destId="{F1F6681E-8B98-E245-BEB3-1CE8B2FA601F}" srcOrd="0" destOrd="0" presId="urn:microsoft.com/office/officeart/2005/8/layout/cycle6"/>
    <dgm:cxn modelId="{71A1CB26-102D-F342-B803-EFF7A896F75A}" type="presParOf" srcId="{CE678E0D-C886-E941-9602-4B580CA8B682}" destId="{B91A76ED-6E5B-ED4D-A847-7036EC291EC0}" srcOrd="1" destOrd="0" presId="urn:microsoft.com/office/officeart/2005/8/layout/cycle6"/>
    <dgm:cxn modelId="{00B7947F-BEAE-4D40-99C9-5ECE2771D23F}" type="presParOf" srcId="{CE678E0D-C886-E941-9602-4B580CA8B682}" destId="{9C107DEF-AF81-C141-9D40-84FA4BF07D5D}" srcOrd="2" destOrd="0" presId="urn:microsoft.com/office/officeart/2005/8/layout/cycle6"/>
    <dgm:cxn modelId="{BA52C745-DAA1-F542-85AE-480E53FEEFAF}" type="presParOf" srcId="{CE678E0D-C886-E941-9602-4B580CA8B682}" destId="{43548B0E-10EF-024D-A749-787ADB3021C1}" srcOrd="3" destOrd="0" presId="urn:microsoft.com/office/officeart/2005/8/layout/cycle6"/>
    <dgm:cxn modelId="{97304FB5-6772-4C42-8A50-F8D35823990F}" type="presParOf" srcId="{CE678E0D-C886-E941-9602-4B580CA8B682}" destId="{85472DC0-B340-494B-AFB4-6F9CCD46F060}" srcOrd="4" destOrd="0" presId="urn:microsoft.com/office/officeart/2005/8/layout/cycle6"/>
    <dgm:cxn modelId="{55E504C4-BC2F-EB44-A187-F12E1DC67BD6}" type="presParOf" srcId="{CE678E0D-C886-E941-9602-4B580CA8B682}" destId="{2FA0F395-561F-014B-89A4-28DA265A4F80}" srcOrd="5" destOrd="0" presId="urn:microsoft.com/office/officeart/2005/8/layout/cycle6"/>
    <dgm:cxn modelId="{88814001-B5B7-0C45-98A0-F5E0309B77DE}" type="presParOf" srcId="{CE678E0D-C886-E941-9602-4B580CA8B682}" destId="{0E4AFCB6-B93A-5A4D-AE61-2E063E7DFE2B}" srcOrd="6" destOrd="0" presId="urn:microsoft.com/office/officeart/2005/8/layout/cycle6"/>
    <dgm:cxn modelId="{1C5C0B91-2AAC-5A46-BE1D-1C371CA8A3C5}" type="presParOf" srcId="{CE678E0D-C886-E941-9602-4B580CA8B682}" destId="{98F841AE-CC2B-2845-A6EF-EA255D2DE71B}" srcOrd="7" destOrd="0" presId="urn:microsoft.com/office/officeart/2005/8/layout/cycle6"/>
    <dgm:cxn modelId="{E0901A04-8EAC-1A47-B371-F031EFCA5771}" type="presParOf" srcId="{CE678E0D-C886-E941-9602-4B580CA8B682}" destId="{C56CB2B2-A9D1-7C48-9D36-3A9E2989E863}" srcOrd="8" destOrd="0" presId="urn:microsoft.com/office/officeart/2005/8/layout/cycle6"/>
    <dgm:cxn modelId="{C1078DC6-8760-5D42-AB87-1F61AE28EF31}" type="presParOf" srcId="{CE678E0D-C886-E941-9602-4B580CA8B682}" destId="{7FB1965A-D20D-0A47-AF54-9D5A72FE29ED}" srcOrd="9" destOrd="0" presId="urn:microsoft.com/office/officeart/2005/8/layout/cycle6"/>
    <dgm:cxn modelId="{0DE8087E-1B0B-2C46-A1CB-28535FFD76DF}" type="presParOf" srcId="{CE678E0D-C886-E941-9602-4B580CA8B682}" destId="{2D23EEB6-C8E7-C346-A6BB-45CDB5A005B1}" srcOrd="10" destOrd="0" presId="urn:microsoft.com/office/officeart/2005/8/layout/cycle6"/>
    <dgm:cxn modelId="{A2C3C1EA-592C-C240-B0F6-4F7E52E0A9E1}" type="presParOf" srcId="{CE678E0D-C886-E941-9602-4B580CA8B682}" destId="{0DCA57D1-F1C1-C74A-B169-DAEDCFF52A65}" srcOrd="11" destOrd="0" presId="urn:microsoft.com/office/officeart/2005/8/layout/cycle6"/>
    <dgm:cxn modelId="{0771E15B-6090-624B-8C8C-52F998260582}" type="presParOf" srcId="{CE678E0D-C886-E941-9602-4B580CA8B682}" destId="{FB4AC772-0D8A-AF47-94F6-C4CECDA2F8DC}" srcOrd="12" destOrd="0" presId="urn:microsoft.com/office/officeart/2005/8/layout/cycle6"/>
    <dgm:cxn modelId="{2F9B88AE-E038-AB4A-87CB-8A5D27A4B7D5}" type="presParOf" srcId="{CE678E0D-C886-E941-9602-4B580CA8B682}" destId="{FD471936-D059-2F4B-B41E-58A42E53653F}" srcOrd="13" destOrd="0" presId="urn:microsoft.com/office/officeart/2005/8/layout/cycle6"/>
    <dgm:cxn modelId="{EC39A6CB-04D8-694F-B151-ADE173C90C9F}" type="presParOf" srcId="{CE678E0D-C886-E941-9602-4B580CA8B682}" destId="{F7A0EBF1-FA41-3B48-B6AA-5BA01F197D18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C5AF122-31A4-4665-9EAA-1C0F4BAF328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29ED956-E34A-4D4C-95CE-7685E90A7670}">
      <dgm:prSet/>
      <dgm:spPr/>
      <dgm:t>
        <a:bodyPr/>
        <a:lstStyle/>
        <a:p>
          <a:r>
            <a:rPr lang="en-US"/>
            <a:t>Churn distribution</a:t>
          </a:r>
        </a:p>
      </dgm:t>
    </dgm:pt>
    <dgm:pt modelId="{2426CEFA-6BFF-4853-ADD6-8EC4F449386C}" type="parTrans" cxnId="{615C459E-4754-4B2B-BCE6-EA9761AA7CBB}">
      <dgm:prSet/>
      <dgm:spPr/>
      <dgm:t>
        <a:bodyPr/>
        <a:lstStyle/>
        <a:p>
          <a:endParaRPr lang="en-US"/>
        </a:p>
      </dgm:t>
    </dgm:pt>
    <dgm:pt modelId="{628B1715-8FC0-405E-864B-0C0888B2A9E3}" type="sibTrans" cxnId="{615C459E-4754-4B2B-BCE6-EA9761AA7CBB}">
      <dgm:prSet/>
      <dgm:spPr/>
      <dgm:t>
        <a:bodyPr/>
        <a:lstStyle/>
        <a:p>
          <a:endParaRPr lang="en-US"/>
        </a:p>
      </dgm:t>
    </dgm:pt>
    <dgm:pt modelId="{36082977-ACBA-4D37-B638-C34178F11C8A}">
      <dgm:prSet/>
      <dgm:spPr/>
      <dgm:t>
        <a:bodyPr/>
        <a:lstStyle/>
        <a:p>
          <a:r>
            <a:rPr lang="en-US"/>
            <a:t>Correlation heatmap</a:t>
          </a:r>
        </a:p>
      </dgm:t>
    </dgm:pt>
    <dgm:pt modelId="{87DA9B8F-E59A-4FD3-BFFB-589E48A6F1B2}" type="parTrans" cxnId="{39AD6F38-77A5-430E-8D40-1E9FE040B64D}">
      <dgm:prSet/>
      <dgm:spPr/>
      <dgm:t>
        <a:bodyPr/>
        <a:lstStyle/>
        <a:p>
          <a:endParaRPr lang="en-US"/>
        </a:p>
      </dgm:t>
    </dgm:pt>
    <dgm:pt modelId="{5BEC8E39-74D1-4828-83E9-D5D40E99A2CE}" type="sibTrans" cxnId="{39AD6F38-77A5-430E-8D40-1E9FE040B64D}">
      <dgm:prSet/>
      <dgm:spPr/>
      <dgm:t>
        <a:bodyPr/>
        <a:lstStyle/>
        <a:p>
          <a:endParaRPr lang="en-US"/>
        </a:p>
      </dgm:t>
    </dgm:pt>
    <dgm:pt modelId="{188DA9A0-7003-41F4-BE40-2BD50D12EE09}">
      <dgm:prSet/>
      <dgm:spPr/>
      <dgm:t>
        <a:bodyPr/>
        <a:lstStyle/>
        <a:p>
          <a:r>
            <a:rPr lang="en-US"/>
            <a:t>High-risk groups: month-to-month, high charges, low tenure</a:t>
          </a:r>
        </a:p>
      </dgm:t>
    </dgm:pt>
    <dgm:pt modelId="{3A49B1F3-10FB-4D8D-8879-A7837DB2EEF0}" type="parTrans" cxnId="{5788D5CC-CE89-4425-9DCD-08410A409699}">
      <dgm:prSet/>
      <dgm:spPr/>
      <dgm:t>
        <a:bodyPr/>
        <a:lstStyle/>
        <a:p>
          <a:endParaRPr lang="en-US"/>
        </a:p>
      </dgm:t>
    </dgm:pt>
    <dgm:pt modelId="{D5B49270-521B-4895-B699-A1FE34D33927}" type="sibTrans" cxnId="{5788D5CC-CE89-4425-9DCD-08410A409699}">
      <dgm:prSet/>
      <dgm:spPr/>
      <dgm:t>
        <a:bodyPr/>
        <a:lstStyle/>
        <a:p>
          <a:endParaRPr lang="en-US"/>
        </a:p>
      </dgm:t>
    </dgm:pt>
    <dgm:pt modelId="{7B752A0C-6B33-E542-BBA7-77D01E636DA6}" type="pres">
      <dgm:prSet presAssocID="{1C5AF122-31A4-4665-9EAA-1C0F4BAF3284}" presName="linear" presStyleCnt="0">
        <dgm:presLayoutVars>
          <dgm:animLvl val="lvl"/>
          <dgm:resizeHandles val="exact"/>
        </dgm:presLayoutVars>
      </dgm:prSet>
      <dgm:spPr/>
    </dgm:pt>
    <dgm:pt modelId="{9126DE4F-18C8-BF47-B39D-821307793005}" type="pres">
      <dgm:prSet presAssocID="{729ED956-E34A-4D4C-95CE-7685E90A767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02C3A70-15FC-E141-BCF1-4178EA593DDD}" type="pres">
      <dgm:prSet presAssocID="{628B1715-8FC0-405E-864B-0C0888B2A9E3}" presName="spacer" presStyleCnt="0"/>
      <dgm:spPr/>
    </dgm:pt>
    <dgm:pt modelId="{3861A8A2-AC1A-4C4F-B41C-B9AE445C29C8}" type="pres">
      <dgm:prSet presAssocID="{36082977-ACBA-4D37-B638-C34178F11C8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704996E-2F9E-4849-AFFA-6F782FFA5548}" type="pres">
      <dgm:prSet presAssocID="{5BEC8E39-74D1-4828-83E9-D5D40E99A2CE}" presName="spacer" presStyleCnt="0"/>
      <dgm:spPr/>
    </dgm:pt>
    <dgm:pt modelId="{14CB0F4F-AFAA-0E4B-A243-BA0B76A2A54D}" type="pres">
      <dgm:prSet presAssocID="{188DA9A0-7003-41F4-BE40-2BD50D12EE0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FDB8802-8EB9-4645-9C17-7EB3FA754EE7}" type="presOf" srcId="{1C5AF122-31A4-4665-9EAA-1C0F4BAF3284}" destId="{7B752A0C-6B33-E542-BBA7-77D01E636DA6}" srcOrd="0" destOrd="0" presId="urn:microsoft.com/office/officeart/2005/8/layout/vList2"/>
    <dgm:cxn modelId="{FCFCD006-AC55-C14E-A567-271260969DAB}" type="presOf" srcId="{188DA9A0-7003-41F4-BE40-2BD50D12EE09}" destId="{14CB0F4F-AFAA-0E4B-A243-BA0B76A2A54D}" srcOrd="0" destOrd="0" presId="urn:microsoft.com/office/officeart/2005/8/layout/vList2"/>
    <dgm:cxn modelId="{39AD6F38-77A5-430E-8D40-1E9FE040B64D}" srcId="{1C5AF122-31A4-4665-9EAA-1C0F4BAF3284}" destId="{36082977-ACBA-4D37-B638-C34178F11C8A}" srcOrd="1" destOrd="0" parTransId="{87DA9B8F-E59A-4FD3-BFFB-589E48A6F1B2}" sibTransId="{5BEC8E39-74D1-4828-83E9-D5D40E99A2CE}"/>
    <dgm:cxn modelId="{615C459E-4754-4B2B-BCE6-EA9761AA7CBB}" srcId="{1C5AF122-31A4-4665-9EAA-1C0F4BAF3284}" destId="{729ED956-E34A-4D4C-95CE-7685E90A7670}" srcOrd="0" destOrd="0" parTransId="{2426CEFA-6BFF-4853-ADD6-8EC4F449386C}" sibTransId="{628B1715-8FC0-405E-864B-0C0888B2A9E3}"/>
    <dgm:cxn modelId="{5788D5CC-CE89-4425-9DCD-08410A409699}" srcId="{1C5AF122-31A4-4665-9EAA-1C0F4BAF3284}" destId="{188DA9A0-7003-41F4-BE40-2BD50D12EE09}" srcOrd="2" destOrd="0" parTransId="{3A49B1F3-10FB-4D8D-8879-A7837DB2EEF0}" sibTransId="{D5B49270-521B-4895-B699-A1FE34D33927}"/>
    <dgm:cxn modelId="{45F24FE4-D981-084A-8F2F-E4CE199433EC}" type="presOf" srcId="{729ED956-E34A-4D4C-95CE-7685E90A7670}" destId="{9126DE4F-18C8-BF47-B39D-821307793005}" srcOrd="0" destOrd="0" presId="urn:microsoft.com/office/officeart/2005/8/layout/vList2"/>
    <dgm:cxn modelId="{482FB0FA-BA18-C040-AF23-805EE3657097}" type="presOf" srcId="{36082977-ACBA-4D37-B638-C34178F11C8A}" destId="{3861A8A2-AC1A-4C4F-B41C-B9AE445C29C8}" srcOrd="0" destOrd="0" presId="urn:microsoft.com/office/officeart/2005/8/layout/vList2"/>
    <dgm:cxn modelId="{450A9CC9-0465-1547-98BD-38C6358809BF}" type="presParOf" srcId="{7B752A0C-6B33-E542-BBA7-77D01E636DA6}" destId="{9126DE4F-18C8-BF47-B39D-821307793005}" srcOrd="0" destOrd="0" presId="urn:microsoft.com/office/officeart/2005/8/layout/vList2"/>
    <dgm:cxn modelId="{E7A350E1-5A6F-4440-A11A-A613B3199221}" type="presParOf" srcId="{7B752A0C-6B33-E542-BBA7-77D01E636DA6}" destId="{B02C3A70-15FC-E141-BCF1-4178EA593DDD}" srcOrd="1" destOrd="0" presId="urn:microsoft.com/office/officeart/2005/8/layout/vList2"/>
    <dgm:cxn modelId="{7036B64B-1FB0-CD41-9137-652125AA5BE9}" type="presParOf" srcId="{7B752A0C-6B33-E542-BBA7-77D01E636DA6}" destId="{3861A8A2-AC1A-4C4F-B41C-B9AE445C29C8}" srcOrd="2" destOrd="0" presId="urn:microsoft.com/office/officeart/2005/8/layout/vList2"/>
    <dgm:cxn modelId="{CE3F58D7-A4E8-664F-A4E4-E57C579C9ED5}" type="presParOf" srcId="{7B752A0C-6B33-E542-BBA7-77D01E636DA6}" destId="{1704996E-2F9E-4849-AFFA-6F782FFA5548}" srcOrd="3" destOrd="0" presId="urn:microsoft.com/office/officeart/2005/8/layout/vList2"/>
    <dgm:cxn modelId="{59774423-C5DA-744F-AAD2-06FBA5E2F8C9}" type="presParOf" srcId="{7B752A0C-6B33-E542-BBA7-77D01E636DA6}" destId="{14CB0F4F-AFAA-0E4B-A243-BA0B76A2A54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2E1119A-228F-48E4-97C8-711670653FB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9CE11E1-9893-4DE8-99B4-FB57BD3F6257}">
      <dgm:prSet/>
      <dgm:spPr/>
      <dgm:t>
        <a:bodyPr/>
        <a:lstStyle/>
        <a:p>
          <a:r>
            <a:rPr lang="en-IN"/>
            <a:t>Models Used:</a:t>
          </a:r>
          <a:endParaRPr lang="en-US"/>
        </a:p>
      </dgm:t>
    </dgm:pt>
    <dgm:pt modelId="{4AA05B65-2678-47D1-BA2F-ECD5C4E71AE5}" type="parTrans" cxnId="{D384DBE7-9D8A-4911-AA09-3CEA51E420A4}">
      <dgm:prSet/>
      <dgm:spPr/>
      <dgm:t>
        <a:bodyPr/>
        <a:lstStyle/>
        <a:p>
          <a:endParaRPr lang="en-US"/>
        </a:p>
      </dgm:t>
    </dgm:pt>
    <dgm:pt modelId="{44578067-140E-4CEC-B88E-4629D689D502}" type="sibTrans" cxnId="{D384DBE7-9D8A-4911-AA09-3CEA51E420A4}">
      <dgm:prSet/>
      <dgm:spPr/>
      <dgm:t>
        <a:bodyPr/>
        <a:lstStyle/>
        <a:p>
          <a:endParaRPr lang="en-US"/>
        </a:p>
      </dgm:t>
    </dgm:pt>
    <dgm:pt modelId="{8974E1F8-F66B-4EE7-92BF-A43CB81234ED}">
      <dgm:prSet/>
      <dgm:spPr/>
      <dgm:t>
        <a:bodyPr/>
        <a:lstStyle/>
        <a:p>
          <a:r>
            <a:rPr lang="en-US"/>
            <a:t>Logistic Regression</a:t>
          </a:r>
        </a:p>
      </dgm:t>
    </dgm:pt>
    <dgm:pt modelId="{0E444071-ACCC-4ACF-AD64-FA1EB8F97A30}" type="parTrans" cxnId="{748192FD-90D2-414A-9FDA-C090DE4154AA}">
      <dgm:prSet/>
      <dgm:spPr/>
      <dgm:t>
        <a:bodyPr/>
        <a:lstStyle/>
        <a:p>
          <a:endParaRPr lang="en-US"/>
        </a:p>
      </dgm:t>
    </dgm:pt>
    <dgm:pt modelId="{4353964C-9985-474E-842B-C434CF225B8E}" type="sibTrans" cxnId="{748192FD-90D2-414A-9FDA-C090DE4154AA}">
      <dgm:prSet/>
      <dgm:spPr/>
      <dgm:t>
        <a:bodyPr/>
        <a:lstStyle/>
        <a:p>
          <a:endParaRPr lang="en-US"/>
        </a:p>
      </dgm:t>
    </dgm:pt>
    <dgm:pt modelId="{58BB93BC-2D58-4C11-9C0A-059125FC4640}">
      <dgm:prSet/>
      <dgm:spPr/>
      <dgm:t>
        <a:bodyPr/>
        <a:lstStyle/>
        <a:p>
          <a:r>
            <a:rPr lang="en-US"/>
            <a:t>Decision Tree</a:t>
          </a:r>
        </a:p>
      </dgm:t>
    </dgm:pt>
    <dgm:pt modelId="{5C7445C4-349F-4679-A5CB-C59233615757}" type="parTrans" cxnId="{6384FD6A-FD0F-4DED-B6AF-30F8D019DAF2}">
      <dgm:prSet/>
      <dgm:spPr/>
      <dgm:t>
        <a:bodyPr/>
        <a:lstStyle/>
        <a:p>
          <a:endParaRPr lang="en-US"/>
        </a:p>
      </dgm:t>
    </dgm:pt>
    <dgm:pt modelId="{B3C6258B-648D-478F-88ED-735DA77D4478}" type="sibTrans" cxnId="{6384FD6A-FD0F-4DED-B6AF-30F8D019DAF2}">
      <dgm:prSet/>
      <dgm:spPr/>
      <dgm:t>
        <a:bodyPr/>
        <a:lstStyle/>
        <a:p>
          <a:endParaRPr lang="en-US"/>
        </a:p>
      </dgm:t>
    </dgm:pt>
    <dgm:pt modelId="{988D6703-9E6C-45E0-BA07-57F456B5B991}">
      <dgm:prSet/>
      <dgm:spPr/>
      <dgm:t>
        <a:bodyPr/>
        <a:lstStyle/>
        <a:p>
          <a:r>
            <a:rPr lang="en-US"/>
            <a:t>Random Forest</a:t>
          </a:r>
        </a:p>
      </dgm:t>
    </dgm:pt>
    <dgm:pt modelId="{71CB4F8F-6E38-4CE5-91B1-8BED81B31742}" type="parTrans" cxnId="{1BDC4F62-765B-4A7A-9734-AEFAE19870E0}">
      <dgm:prSet/>
      <dgm:spPr/>
      <dgm:t>
        <a:bodyPr/>
        <a:lstStyle/>
        <a:p>
          <a:endParaRPr lang="en-US"/>
        </a:p>
      </dgm:t>
    </dgm:pt>
    <dgm:pt modelId="{814933CF-DDFE-4028-ADD3-9D4640588C6F}" type="sibTrans" cxnId="{1BDC4F62-765B-4A7A-9734-AEFAE19870E0}">
      <dgm:prSet/>
      <dgm:spPr/>
      <dgm:t>
        <a:bodyPr/>
        <a:lstStyle/>
        <a:p>
          <a:endParaRPr lang="en-US"/>
        </a:p>
      </dgm:t>
    </dgm:pt>
    <dgm:pt modelId="{25A0D056-009E-46E4-AE6A-C8CD80DF32B8}">
      <dgm:prSet/>
      <dgm:spPr/>
      <dgm:t>
        <a:bodyPr/>
        <a:lstStyle/>
        <a:p>
          <a:r>
            <a:rPr lang="en-US"/>
            <a:t>SVM (RBF)</a:t>
          </a:r>
        </a:p>
      </dgm:t>
    </dgm:pt>
    <dgm:pt modelId="{42E3B0F1-BDC3-4499-8679-663FDB39206F}" type="parTrans" cxnId="{909DF244-CEA4-4213-BB76-C856BB61A430}">
      <dgm:prSet/>
      <dgm:spPr/>
      <dgm:t>
        <a:bodyPr/>
        <a:lstStyle/>
        <a:p>
          <a:endParaRPr lang="en-US"/>
        </a:p>
      </dgm:t>
    </dgm:pt>
    <dgm:pt modelId="{02A9F6C2-F327-43CE-BB26-D7C5E1D66B26}" type="sibTrans" cxnId="{909DF244-CEA4-4213-BB76-C856BB61A430}">
      <dgm:prSet/>
      <dgm:spPr/>
      <dgm:t>
        <a:bodyPr/>
        <a:lstStyle/>
        <a:p>
          <a:endParaRPr lang="en-US"/>
        </a:p>
      </dgm:t>
    </dgm:pt>
    <dgm:pt modelId="{D26151A0-A1A9-47FA-8DBD-2739FB3E61B6}">
      <dgm:prSet/>
      <dgm:spPr/>
      <dgm:t>
        <a:bodyPr/>
        <a:lstStyle/>
        <a:p>
          <a:r>
            <a:rPr lang="en-US"/>
            <a:t>Combines linear &amp; non-linear approaches</a:t>
          </a:r>
        </a:p>
      </dgm:t>
    </dgm:pt>
    <dgm:pt modelId="{E9BE9F33-8F4A-44FC-BC0C-3B213313CB0D}" type="parTrans" cxnId="{F92A728F-757E-428F-AFDF-F2A196A8E5A4}">
      <dgm:prSet/>
      <dgm:spPr/>
      <dgm:t>
        <a:bodyPr/>
        <a:lstStyle/>
        <a:p>
          <a:endParaRPr lang="en-US"/>
        </a:p>
      </dgm:t>
    </dgm:pt>
    <dgm:pt modelId="{BE6F3B6C-FAD3-4EF3-BE01-2FECD9EDD620}" type="sibTrans" cxnId="{F92A728F-757E-428F-AFDF-F2A196A8E5A4}">
      <dgm:prSet/>
      <dgm:spPr/>
      <dgm:t>
        <a:bodyPr/>
        <a:lstStyle/>
        <a:p>
          <a:endParaRPr lang="en-US"/>
        </a:p>
      </dgm:t>
    </dgm:pt>
    <dgm:pt modelId="{86EE79F4-C4FE-674F-B27E-6568B5784846}" type="pres">
      <dgm:prSet presAssocID="{32E1119A-228F-48E4-97C8-711670653FBA}" presName="linear" presStyleCnt="0">
        <dgm:presLayoutVars>
          <dgm:animLvl val="lvl"/>
          <dgm:resizeHandles val="exact"/>
        </dgm:presLayoutVars>
      </dgm:prSet>
      <dgm:spPr/>
    </dgm:pt>
    <dgm:pt modelId="{01F1D247-D3A1-684E-96D6-CB84D00B3AE3}" type="pres">
      <dgm:prSet presAssocID="{A9CE11E1-9893-4DE8-99B4-FB57BD3F625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700EFD-AB12-934B-BF04-1557CE80EAD5}" type="pres">
      <dgm:prSet presAssocID="{A9CE11E1-9893-4DE8-99B4-FB57BD3F625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DCE5F18-A47C-DE43-9196-D5306BE31F7F}" type="presOf" srcId="{32E1119A-228F-48E4-97C8-711670653FBA}" destId="{86EE79F4-C4FE-674F-B27E-6568B5784846}" srcOrd="0" destOrd="0" presId="urn:microsoft.com/office/officeart/2005/8/layout/vList2"/>
    <dgm:cxn modelId="{909DF244-CEA4-4213-BB76-C856BB61A430}" srcId="{A9CE11E1-9893-4DE8-99B4-FB57BD3F6257}" destId="{25A0D056-009E-46E4-AE6A-C8CD80DF32B8}" srcOrd="3" destOrd="0" parTransId="{42E3B0F1-BDC3-4499-8679-663FDB39206F}" sibTransId="{02A9F6C2-F327-43CE-BB26-D7C5E1D66B26}"/>
    <dgm:cxn modelId="{1BDC4F62-765B-4A7A-9734-AEFAE19870E0}" srcId="{A9CE11E1-9893-4DE8-99B4-FB57BD3F6257}" destId="{988D6703-9E6C-45E0-BA07-57F456B5B991}" srcOrd="2" destOrd="0" parTransId="{71CB4F8F-6E38-4CE5-91B1-8BED81B31742}" sibTransId="{814933CF-DDFE-4028-ADD3-9D4640588C6F}"/>
    <dgm:cxn modelId="{6384FD6A-FD0F-4DED-B6AF-30F8D019DAF2}" srcId="{A9CE11E1-9893-4DE8-99B4-FB57BD3F6257}" destId="{58BB93BC-2D58-4C11-9C0A-059125FC4640}" srcOrd="1" destOrd="0" parTransId="{5C7445C4-349F-4679-A5CB-C59233615757}" sibTransId="{B3C6258B-648D-478F-88ED-735DA77D4478}"/>
    <dgm:cxn modelId="{68B23177-4389-2541-A17C-618151CA109D}" type="presOf" srcId="{58BB93BC-2D58-4C11-9C0A-059125FC4640}" destId="{DF700EFD-AB12-934B-BF04-1557CE80EAD5}" srcOrd="0" destOrd="1" presId="urn:microsoft.com/office/officeart/2005/8/layout/vList2"/>
    <dgm:cxn modelId="{C970E781-3605-1D48-A4F6-70F76445912B}" type="presOf" srcId="{988D6703-9E6C-45E0-BA07-57F456B5B991}" destId="{DF700EFD-AB12-934B-BF04-1557CE80EAD5}" srcOrd="0" destOrd="2" presId="urn:microsoft.com/office/officeart/2005/8/layout/vList2"/>
    <dgm:cxn modelId="{F92A728F-757E-428F-AFDF-F2A196A8E5A4}" srcId="{A9CE11E1-9893-4DE8-99B4-FB57BD3F6257}" destId="{D26151A0-A1A9-47FA-8DBD-2739FB3E61B6}" srcOrd="4" destOrd="0" parTransId="{E9BE9F33-8F4A-44FC-BC0C-3B213313CB0D}" sibTransId="{BE6F3B6C-FAD3-4EF3-BE01-2FECD9EDD620}"/>
    <dgm:cxn modelId="{63C88BA3-3F94-B94C-B330-7AA61402AE3D}" type="presOf" srcId="{D26151A0-A1A9-47FA-8DBD-2739FB3E61B6}" destId="{DF700EFD-AB12-934B-BF04-1557CE80EAD5}" srcOrd="0" destOrd="4" presId="urn:microsoft.com/office/officeart/2005/8/layout/vList2"/>
    <dgm:cxn modelId="{78C221BD-96BB-0B44-960D-9C7D10B8D04C}" type="presOf" srcId="{25A0D056-009E-46E4-AE6A-C8CD80DF32B8}" destId="{DF700EFD-AB12-934B-BF04-1557CE80EAD5}" srcOrd="0" destOrd="3" presId="urn:microsoft.com/office/officeart/2005/8/layout/vList2"/>
    <dgm:cxn modelId="{59C382CF-81F9-A346-A1EF-C74DF55E22DE}" type="presOf" srcId="{8974E1F8-F66B-4EE7-92BF-A43CB81234ED}" destId="{DF700EFD-AB12-934B-BF04-1557CE80EAD5}" srcOrd="0" destOrd="0" presId="urn:microsoft.com/office/officeart/2005/8/layout/vList2"/>
    <dgm:cxn modelId="{DF9CD9E2-A0FF-7F43-ABFB-04F52DBDE796}" type="presOf" srcId="{A9CE11E1-9893-4DE8-99B4-FB57BD3F6257}" destId="{01F1D247-D3A1-684E-96D6-CB84D00B3AE3}" srcOrd="0" destOrd="0" presId="urn:microsoft.com/office/officeart/2005/8/layout/vList2"/>
    <dgm:cxn modelId="{D384DBE7-9D8A-4911-AA09-3CEA51E420A4}" srcId="{32E1119A-228F-48E4-97C8-711670653FBA}" destId="{A9CE11E1-9893-4DE8-99B4-FB57BD3F6257}" srcOrd="0" destOrd="0" parTransId="{4AA05B65-2678-47D1-BA2F-ECD5C4E71AE5}" sibTransId="{44578067-140E-4CEC-B88E-4629D689D502}"/>
    <dgm:cxn modelId="{748192FD-90D2-414A-9FDA-C090DE4154AA}" srcId="{A9CE11E1-9893-4DE8-99B4-FB57BD3F6257}" destId="{8974E1F8-F66B-4EE7-92BF-A43CB81234ED}" srcOrd="0" destOrd="0" parTransId="{0E444071-ACCC-4ACF-AD64-FA1EB8F97A30}" sibTransId="{4353964C-9985-474E-842B-C434CF225B8E}"/>
    <dgm:cxn modelId="{FD315B07-E218-5140-A083-F56661BBB8FA}" type="presParOf" srcId="{86EE79F4-C4FE-674F-B27E-6568B5784846}" destId="{01F1D247-D3A1-684E-96D6-CB84D00B3AE3}" srcOrd="0" destOrd="0" presId="urn:microsoft.com/office/officeart/2005/8/layout/vList2"/>
    <dgm:cxn modelId="{0E8490CE-DBDA-1343-A1B3-D7F347CE8619}" type="presParOf" srcId="{86EE79F4-C4FE-674F-B27E-6568B5784846}" destId="{DF700EFD-AB12-934B-BF04-1557CE80EAD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9308082-8433-49A1-9BA0-69C5544878F8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7113624-10AB-4F92-A1FB-1022AA0B1B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Accuracy</a:t>
          </a:r>
        </a:p>
      </dgm:t>
    </dgm:pt>
    <dgm:pt modelId="{6B4C0E42-DA41-41D5-9A3D-93AD9DD37DD0}" type="parTrans" cxnId="{7783EAAF-312E-4778-9A12-43A845D2EA85}">
      <dgm:prSet/>
      <dgm:spPr/>
      <dgm:t>
        <a:bodyPr/>
        <a:lstStyle/>
        <a:p>
          <a:endParaRPr lang="en-US"/>
        </a:p>
      </dgm:t>
    </dgm:pt>
    <dgm:pt modelId="{3CA4F74D-FF3F-447C-8C83-E6ECF7048FC0}" type="sibTrans" cxnId="{7783EAAF-312E-4778-9A12-43A845D2EA8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3A4548F-A395-45C8-AC8B-EB2F117B4E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Precision</a:t>
          </a:r>
        </a:p>
      </dgm:t>
    </dgm:pt>
    <dgm:pt modelId="{A584627C-3B29-4F9E-88F2-48895F7D2D60}" type="parTrans" cxnId="{D032A3F1-6622-45FA-88F7-F439902941DA}">
      <dgm:prSet/>
      <dgm:spPr/>
      <dgm:t>
        <a:bodyPr/>
        <a:lstStyle/>
        <a:p>
          <a:endParaRPr lang="en-US"/>
        </a:p>
      </dgm:t>
    </dgm:pt>
    <dgm:pt modelId="{D64DE35E-EB3F-4F88-97F8-687FC1BC193F}" type="sibTrans" cxnId="{D032A3F1-6622-45FA-88F7-F439902941D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79BEDBA-F8B2-4E55-94EB-4D9C9E6299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Recall</a:t>
          </a:r>
        </a:p>
      </dgm:t>
    </dgm:pt>
    <dgm:pt modelId="{AE0F895F-5063-4D81-9DCC-FB660E1C8DC4}" type="parTrans" cxnId="{D6E97D1B-09F2-4589-BE00-27CA4B3550B3}">
      <dgm:prSet/>
      <dgm:spPr/>
      <dgm:t>
        <a:bodyPr/>
        <a:lstStyle/>
        <a:p>
          <a:endParaRPr lang="en-US"/>
        </a:p>
      </dgm:t>
    </dgm:pt>
    <dgm:pt modelId="{BCFCEEA5-5B0D-4D4A-9DEF-E529B6966F16}" type="sibTrans" cxnId="{D6E97D1B-09F2-4589-BE00-27CA4B3550B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5D7AAAA-AFB8-4B94-A974-696BEDB2E4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F1-score</a:t>
          </a:r>
        </a:p>
      </dgm:t>
    </dgm:pt>
    <dgm:pt modelId="{3D0573D9-464E-4293-B7A8-116B63FEA350}" type="parTrans" cxnId="{3E3A9379-70AF-4331-A71E-9CD6683D1E92}">
      <dgm:prSet/>
      <dgm:spPr/>
      <dgm:t>
        <a:bodyPr/>
        <a:lstStyle/>
        <a:p>
          <a:endParaRPr lang="en-US"/>
        </a:p>
      </dgm:t>
    </dgm:pt>
    <dgm:pt modelId="{C4E0DA1D-3969-4E9A-9CD8-D0171922182E}" type="sibTrans" cxnId="{3E3A9379-70AF-4331-A71E-9CD6683D1E9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79DF928-D511-40E9-92A9-0124429260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ROC Curve</a:t>
          </a:r>
        </a:p>
      </dgm:t>
    </dgm:pt>
    <dgm:pt modelId="{A423E74C-E89E-4EFF-BC75-8061FC746461}" type="parTrans" cxnId="{F76B433F-2BF0-4692-8578-B847150C5B00}">
      <dgm:prSet/>
      <dgm:spPr/>
      <dgm:t>
        <a:bodyPr/>
        <a:lstStyle/>
        <a:p>
          <a:endParaRPr lang="en-US"/>
        </a:p>
      </dgm:t>
    </dgm:pt>
    <dgm:pt modelId="{CAB8D44F-BD04-4575-9726-448537A0197E}" type="sibTrans" cxnId="{F76B433F-2BF0-4692-8578-B847150C5B0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002A07D-9D40-4F88-8BFF-E2909EBDBB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Confusion Matrix</a:t>
          </a:r>
        </a:p>
      </dgm:t>
    </dgm:pt>
    <dgm:pt modelId="{1F454CD2-CB7C-4DD7-92A8-710E0B878DA1}" type="parTrans" cxnId="{0CEEADF0-5D99-41F5-A753-F951B8584B30}">
      <dgm:prSet/>
      <dgm:spPr/>
      <dgm:t>
        <a:bodyPr/>
        <a:lstStyle/>
        <a:p>
          <a:endParaRPr lang="en-US"/>
        </a:p>
      </dgm:t>
    </dgm:pt>
    <dgm:pt modelId="{66E11D4E-2227-4559-A8A9-AEC3304C59A9}" type="sibTrans" cxnId="{0CEEADF0-5D99-41F5-A753-F951B8584B30}">
      <dgm:prSet/>
      <dgm:spPr/>
      <dgm:t>
        <a:bodyPr/>
        <a:lstStyle/>
        <a:p>
          <a:endParaRPr lang="en-US"/>
        </a:p>
      </dgm:t>
    </dgm:pt>
    <dgm:pt modelId="{E3DDB74F-0D1B-4F8D-B03F-A16009BCF291}" type="pres">
      <dgm:prSet presAssocID="{E9308082-8433-49A1-9BA0-69C5544878F8}" presName="root" presStyleCnt="0">
        <dgm:presLayoutVars>
          <dgm:dir/>
          <dgm:resizeHandles val="exact"/>
        </dgm:presLayoutVars>
      </dgm:prSet>
      <dgm:spPr/>
    </dgm:pt>
    <dgm:pt modelId="{57592810-815C-4E40-B2E9-F360FAE8C230}" type="pres">
      <dgm:prSet presAssocID="{E9308082-8433-49A1-9BA0-69C5544878F8}" presName="container" presStyleCnt="0">
        <dgm:presLayoutVars>
          <dgm:dir/>
          <dgm:resizeHandles val="exact"/>
        </dgm:presLayoutVars>
      </dgm:prSet>
      <dgm:spPr/>
    </dgm:pt>
    <dgm:pt modelId="{37B3168E-EB93-44E6-B030-36A0B779AC0F}" type="pres">
      <dgm:prSet presAssocID="{D7113624-10AB-4F92-A1FB-1022AA0B1BBB}" presName="compNode" presStyleCnt="0"/>
      <dgm:spPr/>
    </dgm:pt>
    <dgm:pt modelId="{7B02896C-272C-4F78-A834-EA772773D507}" type="pres">
      <dgm:prSet presAssocID="{D7113624-10AB-4F92-A1FB-1022AA0B1BBB}" presName="iconBgRect" presStyleLbl="bgShp" presStyleIdx="0" presStyleCnt="6"/>
      <dgm:spPr/>
    </dgm:pt>
    <dgm:pt modelId="{7931C137-7FBD-4BEB-914A-0081DC303C7B}" type="pres">
      <dgm:prSet presAssocID="{D7113624-10AB-4F92-A1FB-1022AA0B1BB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12E254E5-7A9B-4E57-8202-567CE7265CD4}" type="pres">
      <dgm:prSet presAssocID="{D7113624-10AB-4F92-A1FB-1022AA0B1BBB}" presName="spaceRect" presStyleCnt="0"/>
      <dgm:spPr/>
    </dgm:pt>
    <dgm:pt modelId="{6B6780ED-3210-4B21-AF24-916A4AF9106C}" type="pres">
      <dgm:prSet presAssocID="{D7113624-10AB-4F92-A1FB-1022AA0B1BBB}" presName="textRect" presStyleLbl="revTx" presStyleIdx="0" presStyleCnt="6">
        <dgm:presLayoutVars>
          <dgm:chMax val="1"/>
          <dgm:chPref val="1"/>
        </dgm:presLayoutVars>
      </dgm:prSet>
      <dgm:spPr/>
    </dgm:pt>
    <dgm:pt modelId="{49F4F1D8-ED52-4AC4-948C-7F4D1F826364}" type="pres">
      <dgm:prSet presAssocID="{3CA4F74D-FF3F-447C-8C83-E6ECF7048FC0}" presName="sibTrans" presStyleLbl="sibTrans2D1" presStyleIdx="0" presStyleCnt="0"/>
      <dgm:spPr/>
    </dgm:pt>
    <dgm:pt modelId="{871EFA92-5214-4A4D-88BB-D51C55AE3FA2}" type="pres">
      <dgm:prSet presAssocID="{43A4548F-A395-45C8-AC8B-EB2F117B4E55}" presName="compNode" presStyleCnt="0"/>
      <dgm:spPr/>
    </dgm:pt>
    <dgm:pt modelId="{26449CD6-68A9-41E5-895C-3C13F5FB5035}" type="pres">
      <dgm:prSet presAssocID="{43A4548F-A395-45C8-AC8B-EB2F117B4E55}" presName="iconBgRect" presStyleLbl="bgShp" presStyleIdx="1" presStyleCnt="6"/>
      <dgm:spPr/>
    </dgm:pt>
    <dgm:pt modelId="{57D0A51C-DEA0-4FE3-8EC7-0805572346A1}" type="pres">
      <dgm:prSet presAssocID="{43A4548F-A395-45C8-AC8B-EB2F117B4E55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p compass"/>
        </a:ext>
      </dgm:extLst>
    </dgm:pt>
    <dgm:pt modelId="{0E3C3859-6402-4BE9-8D20-A35ABA055535}" type="pres">
      <dgm:prSet presAssocID="{43A4548F-A395-45C8-AC8B-EB2F117B4E55}" presName="spaceRect" presStyleCnt="0"/>
      <dgm:spPr/>
    </dgm:pt>
    <dgm:pt modelId="{D8A47110-AD99-45A8-B8A6-39D7142F998F}" type="pres">
      <dgm:prSet presAssocID="{43A4548F-A395-45C8-AC8B-EB2F117B4E55}" presName="textRect" presStyleLbl="revTx" presStyleIdx="1" presStyleCnt="6">
        <dgm:presLayoutVars>
          <dgm:chMax val="1"/>
          <dgm:chPref val="1"/>
        </dgm:presLayoutVars>
      </dgm:prSet>
      <dgm:spPr/>
    </dgm:pt>
    <dgm:pt modelId="{4BACE4F7-C34A-4373-859C-06A71B83C836}" type="pres">
      <dgm:prSet presAssocID="{D64DE35E-EB3F-4F88-97F8-687FC1BC193F}" presName="sibTrans" presStyleLbl="sibTrans2D1" presStyleIdx="0" presStyleCnt="0"/>
      <dgm:spPr/>
    </dgm:pt>
    <dgm:pt modelId="{C7A82017-DD0C-439D-B269-8FC803E496A0}" type="pres">
      <dgm:prSet presAssocID="{F79BEDBA-F8B2-4E55-94EB-4D9C9E6299DD}" presName="compNode" presStyleCnt="0"/>
      <dgm:spPr/>
    </dgm:pt>
    <dgm:pt modelId="{B227B5AF-97C5-4BC8-8321-A6285F99C390}" type="pres">
      <dgm:prSet presAssocID="{F79BEDBA-F8B2-4E55-94EB-4D9C9E6299DD}" presName="iconBgRect" presStyleLbl="bgShp" presStyleIdx="2" presStyleCnt="6"/>
      <dgm:spPr/>
    </dgm:pt>
    <dgm:pt modelId="{63A527E1-D603-4B74-9CBB-C8B2A473804F}" type="pres">
      <dgm:prSet presAssocID="{F79BEDBA-F8B2-4E55-94EB-4D9C9E6299DD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B4188770-9D6F-4B93-937A-E36892261D1F}" type="pres">
      <dgm:prSet presAssocID="{F79BEDBA-F8B2-4E55-94EB-4D9C9E6299DD}" presName="spaceRect" presStyleCnt="0"/>
      <dgm:spPr/>
    </dgm:pt>
    <dgm:pt modelId="{15E9FD16-009B-4996-A5BF-557B3B909CBC}" type="pres">
      <dgm:prSet presAssocID="{F79BEDBA-F8B2-4E55-94EB-4D9C9E6299DD}" presName="textRect" presStyleLbl="revTx" presStyleIdx="2" presStyleCnt="6">
        <dgm:presLayoutVars>
          <dgm:chMax val="1"/>
          <dgm:chPref val="1"/>
        </dgm:presLayoutVars>
      </dgm:prSet>
      <dgm:spPr/>
    </dgm:pt>
    <dgm:pt modelId="{B2C63FA0-2A08-4B2D-AE2D-32C1AA21CFAC}" type="pres">
      <dgm:prSet presAssocID="{BCFCEEA5-5B0D-4D4A-9DEF-E529B6966F16}" presName="sibTrans" presStyleLbl="sibTrans2D1" presStyleIdx="0" presStyleCnt="0"/>
      <dgm:spPr/>
    </dgm:pt>
    <dgm:pt modelId="{94E2F23A-939B-4556-9631-C16CD1B4E299}" type="pres">
      <dgm:prSet presAssocID="{45D7AAAA-AFB8-4B94-A974-696BEDB2E427}" presName="compNode" presStyleCnt="0"/>
      <dgm:spPr/>
    </dgm:pt>
    <dgm:pt modelId="{0A6CD757-075C-41B3-BE8E-62796A9C2B47}" type="pres">
      <dgm:prSet presAssocID="{45D7AAAA-AFB8-4B94-A974-696BEDB2E427}" presName="iconBgRect" presStyleLbl="bgShp" presStyleIdx="3" presStyleCnt="6"/>
      <dgm:spPr/>
    </dgm:pt>
    <dgm:pt modelId="{FA4CF300-7BE2-40F2-AF33-DBC499EA6453}" type="pres">
      <dgm:prSet presAssocID="{45D7AAAA-AFB8-4B94-A974-696BEDB2E427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7DA407C5-F2BB-460B-93AB-48EBCA6849BE}" type="pres">
      <dgm:prSet presAssocID="{45D7AAAA-AFB8-4B94-A974-696BEDB2E427}" presName="spaceRect" presStyleCnt="0"/>
      <dgm:spPr/>
    </dgm:pt>
    <dgm:pt modelId="{31C378A4-D7AD-41A8-886F-EDE21B343E06}" type="pres">
      <dgm:prSet presAssocID="{45D7AAAA-AFB8-4B94-A974-696BEDB2E427}" presName="textRect" presStyleLbl="revTx" presStyleIdx="3" presStyleCnt="6">
        <dgm:presLayoutVars>
          <dgm:chMax val="1"/>
          <dgm:chPref val="1"/>
        </dgm:presLayoutVars>
      </dgm:prSet>
      <dgm:spPr/>
    </dgm:pt>
    <dgm:pt modelId="{F85BA27D-D79E-42CE-866D-CE07B3FDC060}" type="pres">
      <dgm:prSet presAssocID="{C4E0DA1D-3969-4E9A-9CD8-D0171922182E}" presName="sibTrans" presStyleLbl="sibTrans2D1" presStyleIdx="0" presStyleCnt="0"/>
      <dgm:spPr/>
    </dgm:pt>
    <dgm:pt modelId="{81E133E2-DD18-41F9-AA75-90CDE5A520CA}" type="pres">
      <dgm:prSet presAssocID="{779DF928-D511-40E9-92A9-01244292609D}" presName="compNode" presStyleCnt="0"/>
      <dgm:spPr/>
    </dgm:pt>
    <dgm:pt modelId="{7070BF51-4FF4-4979-AEB2-D77150ED487A}" type="pres">
      <dgm:prSet presAssocID="{779DF928-D511-40E9-92A9-01244292609D}" presName="iconBgRect" presStyleLbl="bgShp" presStyleIdx="4" presStyleCnt="6"/>
      <dgm:spPr/>
    </dgm:pt>
    <dgm:pt modelId="{C737B58C-432D-4440-A75D-C6618992359E}" type="pres">
      <dgm:prSet presAssocID="{779DF928-D511-40E9-92A9-01244292609D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EE677323-EF5C-4DFA-911D-3EA33217C6F4}" type="pres">
      <dgm:prSet presAssocID="{779DF928-D511-40E9-92A9-01244292609D}" presName="spaceRect" presStyleCnt="0"/>
      <dgm:spPr/>
    </dgm:pt>
    <dgm:pt modelId="{B0566A06-B51C-4AF4-BF80-2AD05BBF213B}" type="pres">
      <dgm:prSet presAssocID="{779DF928-D511-40E9-92A9-01244292609D}" presName="textRect" presStyleLbl="revTx" presStyleIdx="4" presStyleCnt="6">
        <dgm:presLayoutVars>
          <dgm:chMax val="1"/>
          <dgm:chPref val="1"/>
        </dgm:presLayoutVars>
      </dgm:prSet>
      <dgm:spPr/>
    </dgm:pt>
    <dgm:pt modelId="{3C8D3FC5-DA0F-4022-9FEF-6B217AD38DF5}" type="pres">
      <dgm:prSet presAssocID="{CAB8D44F-BD04-4575-9726-448537A0197E}" presName="sibTrans" presStyleLbl="sibTrans2D1" presStyleIdx="0" presStyleCnt="0"/>
      <dgm:spPr/>
    </dgm:pt>
    <dgm:pt modelId="{499D259B-4A40-4DA7-B154-702E0997F73D}" type="pres">
      <dgm:prSet presAssocID="{E002A07D-9D40-4F88-8BFF-E2909EBDBBA2}" presName="compNode" presStyleCnt="0"/>
      <dgm:spPr/>
    </dgm:pt>
    <dgm:pt modelId="{1D14CE9C-8437-422D-A6AB-700BEDF31F37}" type="pres">
      <dgm:prSet presAssocID="{E002A07D-9D40-4F88-8BFF-E2909EBDBBA2}" presName="iconBgRect" presStyleLbl="bgShp" presStyleIdx="5" presStyleCnt="6"/>
      <dgm:spPr/>
    </dgm:pt>
    <dgm:pt modelId="{F3458834-8233-49CE-8C1C-695D4B241878}" type="pres">
      <dgm:prSet presAssocID="{E002A07D-9D40-4F88-8BFF-E2909EBDBBA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fused Person"/>
        </a:ext>
      </dgm:extLst>
    </dgm:pt>
    <dgm:pt modelId="{789E9939-DFBB-45B2-96AC-2BC32D5BFDD4}" type="pres">
      <dgm:prSet presAssocID="{E002A07D-9D40-4F88-8BFF-E2909EBDBBA2}" presName="spaceRect" presStyleCnt="0"/>
      <dgm:spPr/>
    </dgm:pt>
    <dgm:pt modelId="{CDA1BD18-11FA-45BA-948E-DACC51963CB9}" type="pres">
      <dgm:prSet presAssocID="{E002A07D-9D40-4F88-8BFF-E2909EBDBBA2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2C1CD009-26C7-470B-8C42-5F644361C454}" type="presOf" srcId="{BCFCEEA5-5B0D-4D4A-9DEF-E529B6966F16}" destId="{B2C63FA0-2A08-4B2D-AE2D-32C1AA21CFAC}" srcOrd="0" destOrd="0" presId="urn:microsoft.com/office/officeart/2018/2/layout/IconCircleList"/>
    <dgm:cxn modelId="{D6E97D1B-09F2-4589-BE00-27CA4B3550B3}" srcId="{E9308082-8433-49A1-9BA0-69C5544878F8}" destId="{F79BEDBA-F8B2-4E55-94EB-4D9C9E6299DD}" srcOrd="2" destOrd="0" parTransId="{AE0F895F-5063-4D81-9DCC-FB660E1C8DC4}" sibTransId="{BCFCEEA5-5B0D-4D4A-9DEF-E529B6966F16}"/>
    <dgm:cxn modelId="{70B22C26-904C-4733-849B-DF3D57A1784A}" type="presOf" srcId="{C4E0DA1D-3969-4E9A-9CD8-D0171922182E}" destId="{F85BA27D-D79E-42CE-866D-CE07B3FDC060}" srcOrd="0" destOrd="0" presId="urn:microsoft.com/office/officeart/2018/2/layout/IconCircleList"/>
    <dgm:cxn modelId="{45601C2E-65F1-42A0-8A19-A5F5D1BBC62C}" type="presOf" srcId="{D7113624-10AB-4F92-A1FB-1022AA0B1BBB}" destId="{6B6780ED-3210-4B21-AF24-916A4AF9106C}" srcOrd="0" destOrd="0" presId="urn:microsoft.com/office/officeart/2018/2/layout/IconCircleList"/>
    <dgm:cxn modelId="{9FED512F-3E8E-46BE-99C2-9A0F9379EE86}" type="presOf" srcId="{3CA4F74D-FF3F-447C-8C83-E6ECF7048FC0}" destId="{49F4F1D8-ED52-4AC4-948C-7F4D1F826364}" srcOrd="0" destOrd="0" presId="urn:microsoft.com/office/officeart/2018/2/layout/IconCircleList"/>
    <dgm:cxn modelId="{C51AD73C-B58A-4881-8328-2B2CA6823F64}" type="presOf" srcId="{CAB8D44F-BD04-4575-9726-448537A0197E}" destId="{3C8D3FC5-DA0F-4022-9FEF-6B217AD38DF5}" srcOrd="0" destOrd="0" presId="urn:microsoft.com/office/officeart/2018/2/layout/IconCircleList"/>
    <dgm:cxn modelId="{F76B433F-2BF0-4692-8578-B847150C5B00}" srcId="{E9308082-8433-49A1-9BA0-69C5544878F8}" destId="{779DF928-D511-40E9-92A9-01244292609D}" srcOrd="4" destOrd="0" parTransId="{A423E74C-E89E-4EFF-BC75-8061FC746461}" sibTransId="{CAB8D44F-BD04-4575-9726-448537A0197E}"/>
    <dgm:cxn modelId="{5FD15457-60EF-4E3D-A580-D5C3F1820DAF}" type="presOf" srcId="{F79BEDBA-F8B2-4E55-94EB-4D9C9E6299DD}" destId="{15E9FD16-009B-4996-A5BF-557B3B909CBC}" srcOrd="0" destOrd="0" presId="urn:microsoft.com/office/officeart/2018/2/layout/IconCircleList"/>
    <dgm:cxn modelId="{3E3A9379-70AF-4331-A71E-9CD6683D1E92}" srcId="{E9308082-8433-49A1-9BA0-69C5544878F8}" destId="{45D7AAAA-AFB8-4B94-A974-696BEDB2E427}" srcOrd="3" destOrd="0" parTransId="{3D0573D9-464E-4293-B7A8-116B63FEA350}" sibTransId="{C4E0DA1D-3969-4E9A-9CD8-D0171922182E}"/>
    <dgm:cxn modelId="{4F7B8C7A-31E7-4BE5-970F-48C6EFFBC33B}" type="presOf" srcId="{E9308082-8433-49A1-9BA0-69C5544878F8}" destId="{E3DDB74F-0D1B-4F8D-B03F-A16009BCF291}" srcOrd="0" destOrd="0" presId="urn:microsoft.com/office/officeart/2018/2/layout/IconCircleList"/>
    <dgm:cxn modelId="{08B2D38C-F3E6-4001-AF80-E3A13EC5D2B3}" type="presOf" srcId="{779DF928-D511-40E9-92A9-01244292609D}" destId="{B0566A06-B51C-4AF4-BF80-2AD05BBF213B}" srcOrd="0" destOrd="0" presId="urn:microsoft.com/office/officeart/2018/2/layout/IconCircleList"/>
    <dgm:cxn modelId="{5F819699-2628-4368-AF7E-69D558EECCA6}" type="presOf" srcId="{43A4548F-A395-45C8-AC8B-EB2F117B4E55}" destId="{D8A47110-AD99-45A8-B8A6-39D7142F998F}" srcOrd="0" destOrd="0" presId="urn:microsoft.com/office/officeart/2018/2/layout/IconCircleList"/>
    <dgm:cxn modelId="{7783EAAF-312E-4778-9A12-43A845D2EA85}" srcId="{E9308082-8433-49A1-9BA0-69C5544878F8}" destId="{D7113624-10AB-4F92-A1FB-1022AA0B1BBB}" srcOrd="0" destOrd="0" parTransId="{6B4C0E42-DA41-41D5-9A3D-93AD9DD37DD0}" sibTransId="{3CA4F74D-FF3F-447C-8C83-E6ECF7048FC0}"/>
    <dgm:cxn modelId="{048698B2-9772-455B-BFEF-ABA76879786C}" type="presOf" srcId="{D64DE35E-EB3F-4F88-97F8-687FC1BC193F}" destId="{4BACE4F7-C34A-4373-859C-06A71B83C836}" srcOrd="0" destOrd="0" presId="urn:microsoft.com/office/officeart/2018/2/layout/IconCircleList"/>
    <dgm:cxn modelId="{C00A06B5-F38E-4E96-AFEB-EEFC80F6B306}" type="presOf" srcId="{E002A07D-9D40-4F88-8BFF-E2909EBDBBA2}" destId="{CDA1BD18-11FA-45BA-948E-DACC51963CB9}" srcOrd="0" destOrd="0" presId="urn:microsoft.com/office/officeart/2018/2/layout/IconCircleList"/>
    <dgm:cxn modelId="{0EC0F8BC-179A-4ED1-8EC5-40E10DABEE71}" type="presOf" srcId="{45D7AAAA-AFB8-4B94-A974-696BEDB2E427}" destId="{31C378A4-D7AD-41A8-886F-EDE21B343E06}" srcOrd="0" destOrd="0" presId="urn:microsoft.com/office/officeart/2018/2/layout/IconCircleList"/>
    <dgm:cxn modelId="{0CEEADF0-5D99-41F5-A753-F951B8584B30}" srcId="{E9308082-8433-49A1-9BA0-69C5544878F8}" destId="{E002A07D-9D40-4F88-8BFF-E2909EBDBBA2}" srcOrd="5" destOrd="0" parTransId="{1F454CD2-CB7C-4DD7-92A8-710E0B878DA1}" sibTransId="{66E11D4E-2227-4559-A8A9-AEC3304C59A9}"/>
    <dgm:cxn modelId="{D032A3F1-6622-45FA-88F7-F439902941DA}" srcId="{E9308082-8433-49A1-9BA0-69C5544878F8}" destId="{43A4548F-A395-45C8-AC8B-EB2F117B4E55}" srcOrd="1" destOrd="0" parTransId="{A584627C-3B29-4F9E-88F2-48895F7D2D60}" sibTransId="{D64DE35E-EB3F-4F88-97F8-687FC1BC193F}"/>
    <dgm:cxn modelId="{D6AA7C1B-B728-45B7-AF42-7FFA1F52A99A}" type="presParOf" srcId="{E3DDB74F-0D1B-4F8D-B03F-A16009BCF291}" destId="{57592810-815C-4E40-B2E9-F360FAE8C230}" srcOrd="0" destOrd="0" presId="urn:microsoft.com/office/officeart/2018/2/layout/IconCircleList"/>
    <dgm:cxn modelId="{9B1984D2-9037-4618-9ADB-7C6BE14EDF95}" type="presParOf" srcId="{57592810-815C-4E40-B2E9-F360FAE8C230}" destId="{37B3168E-EB93-44E6-B030-36A0B779AC0F}" srcOrd="0" destOrd="0" presId="urn:microsoft.com/office/officeart/2018/2/layout/IconCircleList"/>
    <dgm:cxn modelId="{5C222122-96B6-4C1F-A0DC-DC19682D5CBA}" type="presParOf" srcId="{37B3168E-EB93-44E6-B030-36A0B779AC0F}" destId="{7B02896C-272C-4F78-A834-EA772773D507}" srcOrd="0" destOrd="0" presId="urn:microsoft.com/office/officeart/2018/2/layout/IconCircleList"/>
    <dgm:cxn modelId="{F0C1D953-BEEF-49A2-9F6B-1E44715E28EA}" type="presParOf" srcId="{37B3168E-EB93-44E6-B030-36A0B779AC0F}" destId="{7931C137-7FBD-4BEB-914A-0081DC303C7B}" srcOrd="1" destOrd="0" presId="urn:microsoft.com/office/officeart/2018/2/layout/IconCircleList"/>
    <dgm:cxn modelId="{1750B4BE-65F2-4E28-A520-15848F8245ED}" type="presParOf" srcId="{37B3168E-EB93-44E6-B030-36A0B779AC0F}" destId="{12E254E5-7A9B-4E57-8202-567CE7265CD4}" srcOrd="2" destOrd="0" presId="urn:microsoft.com/office/officeart/2018/2/layout/IconCircleList"/>
    <dgm:cxn modelId="{9B32730F-344C-41E5-875A-689072EEC4C8}" type="presParOf" srcId="{37B3168E-EB93-44E6-B030-36A0B779AC0F}" destId="{6B6780ED-3210-4B21-AF24-916A4AF9106C}" srcOrd="3" destOrd="0" presId="urn:microsoft.com/office/officeart/2018/2/layout/IconCircleList"/>
    <dgm:cxn modelId="{CACB8266-3034-438D-9E88-24AF2D1BA6AC}" type="presParOf" srcId="{57592810-815C-4E40-B2E9-F360FAE8C230}" destId="{49F4F1D8-ED52-4AC4-948C-7F4D1F826364}" srcOrd="1" destOrd="0" presId="urn:microsoft.com/office/officeart/2018/2/layout/IconCircleList"/>
    <dgm:cxn modelId="{4C7D29AC-C30F-452E-A1EF-5E4319AF646B}" type="presParOf" srcId="{57592810-815C-4E40-B2E9-F360FAE8C230}" destId="{871EFA92-5214-4A4D-88BB-D51C55AE3FA2}" srcOrd="2" destOrd="0" presId="urn:microsoft.com/office/officeart/2018/2/layout/IconCircleList"/>
    <dgm:cxn modelId="{01BA8C8C-9EB6-4E27-B753-B95C7B7CAFBF}" type="presParOf" srcId="{871EFA92-5214-4A4D-88BB-D51C55AE3FA2}" destId="{26449CD6-68A9-41E5-895C-3C13F5FB5035}" srcOrd="0" destOrd="0" presId="urn:microsoft.com/office/officeart/2018/2/layout/IconCircleList"/>
    <dgm:cxn modelId="{130A448D-1690-422D-B290-223FC0403C6C}" type="presParOf" srcId="{871EFA92-5214-4A4D-88BB-D51C55AE3FA2}" destId="{57D0A51C-DEA0-4FE3-8EC7-0805572346A1}" srcOrd="1" destOrd="0" presId="urn:microsoft.com/office/officeart/2018/2/layout/IconCircleList"/>
    <dgm:cxn modelId="{C12DE644-67C7-4931-9CC7-3EBD0BDAC877}" type="presParOf" srcId="{871EFA92-5214-4A4D-88BB-D51C55AE3FA2}" destId="{0E3C3859-6402-4BE9-8D20-A35ABA055535}" srcOrd="2" destOrd="0" presId="urn:microsoft.com/office/officeart/2018/2/layout/IconCircleList"/>
    <dgm:cxn modelId="{797927BD-9EE8-440B-B6E4-F659F4D683AC}" type="presParOf" srcId="{871EFA92-5214-4A4D-88BB-D51C55AE3FA2}" destId="{D8A47110-AD99-45A8-B8A6-39D7142F998F}" srcOrd="3" destOrd="0" presId="urn:microsoft.com/office/officeart/2018/2/layout/IconCircleList"/>
    <dgm:cxn modelId="{50D27B24-1561-45C2-AA96-52F38B9E28AC}" type="presParOf" srcId="{57592810-815C-4E40-B2E9-F360FAE8C230}" destId="{4BACE4F7-C34A-4373-859C-06A71B83C836}" srcOrd="3" destOrd="0" presId="urn:microsoft.com/office/officeart/2018/2/layout/IconCircleList"/>
    <dgm:cxn modelId="{16E68AE2-E87E-4CD3-999B-769A9BDF3F51}" type="presParOf" srcId="{57592810-815C-4E40-B2E9-F360FAE8C230}" destId="{C7A82017-DD0C-439D-B269-8FC803E496A0}" srcOrd="4" destOrd="0" presId="urn:microsoft.com/office/officeart/2018/2/layout/IconCircleList"/>
    <dgm:cxn modelId="{CA91EE61-5721-4061-B9C2-63E12A147C94}" type="presParOf" srcId="{C7A82017-DD0C-439D-B269-8FC803E496A0}" destId="{B227B5AF-97C5-4BC8-8321-A6285F99C390}" srcOrd="0" destOrd="0" presId="urn:microsoft.com/office/officeart/2018/2/layout/IconCircleList"/>
    <dgm:cxn modelId="{EBC3AEB2-3B55-451E-B778-896744BB2E9C}" type="presParOf" srcId="{C7A82017-DD0C-439D-B269-8FC803E496A0}" destId="{63A527E1-D603-4B74-9CBB-C8B2A473804F}" srcOrd="1" destOrd="0" presId="urn:microsoft.com/office/officeart/2018/2/layout/IconCircleList"/>
    <dgm:cxn modelId="{ED465972-D9C9-4D32-ADC7-FB2612848D35}" type="presParOf" srcId="{C7A82017-DD0C-439D-B269-8FC803E496A0}" destId="{B4188770-9D6F-4B93-937A-E36892261D1F}" srcOrd="2" destOrd="0" presId="urn:microsoft.com/office/officeart/2018/2/layout/IconCircleList"/>
    <dgm:cxn modelId="{5E2BEEF6-B53E-4479-95EE-41B5B0FE261D}" type="presParOf" srcId="{C7A82017-DD0C-439D-B269-8FC803E496A0}" destId="{15E9FD16-009B-4996-A5BF-557B3B909CBC}" srcOrd="3" destOrd="0" presId="urn:microsoft.com/office/officeart/2018/2/layout/IconCircleList"/>
    <dgm:cxn modelId="{7169F866-8350-4489-809C-AAD7FEA2295E}" type="presParOf" srcId="{57592810-815C-4E40-B2E9-F360FAE8C230}" destId="{B2C63FA0-2A08-4B2D-AE2D-32C1AA21CFAC}" srcOrd="5" destOrd="0" presId="urn:microsoft.com/office/officeart/2018/2/layout/IconCircleList"/>
    <dgm:cxn modelId="{E3D42D6C-2361-439B-9602-B48B1B7CFE1C}" type="presParOf" srcId="{57592810-815C-4E40-B2E9-F360FAE8C230}" destId="{94E2F23A-939B-4556-9631-C16CD1B4E299}" srcOrd="6" destOrd="0" presId="urn:microsoft.com/office/officeart/2018/2/layout/IconCircleList"/>
    <dgm:cxn modelId="{89E6BC53-9124-40DD-BB3F-357B0FAB7024}" type="presParOf" srcId="{94E2F23A-939B-4556-9631-C16CD1B4E299}" destId="{0A6CD757-075C-41B3-BE8E-62796A9C2B47}" srcOrd="0" destOrd="0" presId="urn:microsoft.com/office/officeart/2018/2/layout/IconCircleList"/>
    <dgm:cxn modelId="{49ECC86A-20DD-4CD6-857D-2833C608421E}" type="presParOf" srcId="{94E2F23A-939B-4556-9631-C16CD1B4E299}" destId="{FA4CF300-7BE2-40F2-AF33-DBC499EA6453}" srcOrd="1" destOrd="0" presId="urn:microsoft.com/office/officeart/2018/2/layout/IconCircleList"/>
    <dgm:cxn modelId="{D70DE848-BD2E-4DAF-9352-6B42B9ADA54A}" type="presParOf" srcId="{94E2F23A-939B-4556-9631-C16CD1B4E299}" destId="{7DA407C5-F2BB-460B-93AB-48EBCA6849BE}" srcOrd="2" destOrd="0" presId="urn:microsoft.com/office/officeart/2018/2/layout/IconCircleList"/>
    <dgm:cxn modelId="{77631A97-6988-4942-8763-5635ABF13F04}" type="presParOf" srcId="{94E2F23A-939B-4556-9631-C16CD1B4E299}" destId="{31C378A4-D7AD-41A8-886F-EDE21B343E06}" srcOrd="3" destOrd="0" presId="urn:microsoft.com/office/officeart/2018/2/layout/IconCircleList"/>
    <dgm:cxn modelId="{FC17A341-75CB-4E40-AFB7-BC94F2466410}" type="presParOf" srcId="{57592810-815C-4E40-B2E9-F360FAE8C230}" destId="{F85BA27D-D79E-42CE-866D-CE07B3FDC060}" srcOrd="7" destOrd="0" presId="urn:microsoft.com/office/officeart/2018/2/layout/IconCircleList"/>
    <dgm:cxn modelId="{E578050C-8970-45B1-B78F-4750AD853EDF}" type="presParOf" srcId="{57592810-815C-4E40-B2E9-F360FAE8C230}" destId="{81E133E2-DD18-41F9-AA75-90CDE5A520CA}" srcOrd="8" destOrd="0" presId="urn:microsoft.com/office/officeart/2018/2/layout/IconCircleList"/>
    <dgm:cxn modelId="{5B44131F-1B27-4873-B82D-AE74AACDF69A}" type="presParOf" srcId="{81E133E2-DD18-41F9-AA75-90CDE5A520CA}" destId="{7070BF51-4FF4-4979-AEB2-D77150ED487A}" srcOrd="0" destOrd="0" presId="urn:microsoft.com/office/officeart/2018/2/layout/IconCircleList"/>
    <dgm:cxn modelId="{7EADD747-3FFE-4E2D-9575-223A5331A554}" type="presParOf" srcId="{81E133E2-DD18-41F9-AA75-90CDE5A520CA}" destId="{C737B58C-432D-4440-A75D-C6618992359E}" srcOrd="1" destOrd="0" presId="urn:microsoft.com/office/officeart/2018/2/layout/IconCircleList"/>
    <dgm:cxn modelId="{0853418E-6C07-4A2B-8F35-ABA185CB6DBC}" type="presParOf" srcId="{81E133E2-DD18-41F9-AA75-90CDE5A520CA}" destId="{EE677323-EF5C-4DFA-911D-3EA33217C6F4}" srcOrd="2" destOrd="0" presId="urn:microsoft.com/office/officeart/2018/2/layout/IconCircleList"/>
    <dgm:cxn modelId="{7611FFB6-F737-4A2B-BA23-B9374C17654D}" type="presParOf" srcId="{81E133E2-DD18-41F9-AA75-90CDE5A520CA}" destId="{B0566A06-B51C-4AF4-BF80-2AD05BBF213B}" srcOrd="3" destOrd="0" presId="urn:microsoft.com/office/officeart/2018/2/layout/IconCircleList"/>
    <dgm:cxn modelId="{1A51490C-AA7B-40E7-88A9-13794201D5FD}" type="presParOf" srcId="{57592810-815C-4E40-B2E9-F360FAE8C230}" destId="{3C8D3FC5-DA0F-4022-9FEF-6B217AD38DF5}" srcOrd="9" destOrd="0" presId="urn:microsoft.com/office/officeart/2018/2/layout/IconCircleList"/>
    <dgm:cxn modelId="{F6D8A982-D2FD-4CA3-AA8D-AFD67394FA9C}" type="presParOf" srcId="{57592810-815C-4E40-B2E9-F360FAE8C230}" destId="{499D259B-4A40-4DA7-B154-702E0997F73D}" srcOrd="10" destOrd="0" presId="urn:microsoft.com/office/officeart/2018/2/layout/IconCircleList"/>
    <dgm:cxn modelId="{6840C142-49C4-4E1F-B88B-72047A247121}" type="presParOf" srcId="{499D259B-4A40-4DA7-B154-702E0997F73D}" destId="{1D14CE9C-8437-422D-A6AB-700BEDF31F37}" srcOrd="0" destOrd="0" presId="urn:microsoft.com/office/officeart/2018/2/layout/IconCircleList"/>
    <dgm:cxn modelId="{B6222E4B-9691-4EE4-BD8C-02CDA7F38331}" type="presParOf" srcId="{499D259B-4A40-4DA7-B154-702E0997F73D}" destId="{F3458834-8233-49CE-8C1C-695D4B241878}" srcOrd="1" destOrd="0" presId="urn:microsoft.com/office/officeart/2018/2/layout/IconCircleList"/>
    <dgm:cxn modelId="{66B1722F-3440-4A13-9EAF-3B67D58302BC}" type="presParOf" srcId="{499D259B-4A40-4DA7-B154-702E0997F73D}" destId="{789E9939-DFBB-45B2-96AC-2BC32D5BFDD4}" srcOrd="2" destOrd="0" presId="urn:microsoft.com/office/officeart/2018/2/layout/IconCircleList"/>
    <dgm:cxn modelId="{D197AFB4-7C43-4A5A-A2DC-BD054B7244ED}" type="presParOf" srcId="{499D259B-4A40-4DA7-B154-702E0997F73D}" destId="{CDA1BD18-11FA-45BA-948E-DACC51963CB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8C099B4-7C3E-4C61-B966-ACC6E931A26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D351156-784E-4979-9313-CBC577AA57BD}">
      <dgm:prSet/>
      <dgm:spPr/>
      <dgm:t>
        <a:bodyPr/>
        <a:lstStyle/>
        <a:p>
          <a:r>
            <a:rPr lang="en-US"/>
            <a:t>Random Forest performs best</a:t>
          </a:r>
        </a:p>
      </dgm:t>
    </dgm:pt>
    <dgm:pt modelId="{B68F4986-F1EA-4F7F-BDE5-3FC1E58CAF75}" type="parTrans" cxnId="{1F3514E0-FFA5-46AD-9B5C-35FE78A127C3}">
      <dgm:prSet/>
      <dgm:spPr/>
      <dgm:t>
        <a:bodyPr/>
        <a:lstStyle/>
        <a:p>
          <a:endParaRPr lang="en-US"/>
        </a:p>
      </dgm:t>
    </dgm:pt>
    <dgm:pt modelId="{7603AAF0-E271-4280-848A-E01A7D775903}" type="sibTrans" cxnId="{1F3514E0-FFA5-46AD-9B5C-35FE78A127C3}">
      <dgm:prSet/>
      <dgm:spPr/>
      <dgm:t>
        <a:bodyPr/>
        <a:lstStyle/>
        <a:p>
          <a:endParaRPr lang="en-US"/>
        </a:p>
      </dgm:t>
    </dgm:pt>
    <dgm:pt modelId="{F15605F7-D5B0-47E2-9A5F-BF5BFAEC3909}">
      <dgm:prSet/>
      <dgm:spPr/>
      <dgm:t>
        <a:bodyPr/>
        <a:lstStyle/>
        <a:p>
          <a:r>
            <a:rPr lang="en-US"/>
            <a:t>High recall + strong generalization</a:t>
          </a:r>
        </a:p>
      </dgm:t>
    </dgm:pt>
    <dgm:pt modelId="{712296E2-F25B-4528-9A27-94B8BDADE364}" type="parTrans" cxnId="{696C2BBD-0D81-4ECD-9741-20DC3103809E}">
      <dgm:prSet/>
      <dgm:spPr/>
      <dgm:t>
        <a:bodyPr/>
        <a:lstStyle/>
        <a:p>
          <a:endParaRPr lang="en-US"/>
        </a:p>
      </dgm:t>
    </dgm:pt>
    <dgm:pt modelId="{96657564-ABBD-4FD7-82D0-CB373DAEC61D}" type="sibTrans" cxnId="{696C2BBD-0D81-4ECD-9741-20DC3103809E}">
      <dgm:prSet/>
      <dgm:spPr/>
      <dgm:t>
        <a:bodyPr/>
        <a:lstStyle/>
        <a:p>
          <a:endParaRPr lang="en-US"/>
        </a:p>
      </dgm:t>
    </dgm:pt>
    <dgm:pt modelId="{F7942A36-31DF-42D5-8A49-5D8C1E3987A1}">
      <dgm:prSet/>
      <dgm:spPr/>
      <dgm:t>
        <a:bodyPr/>
        <a:lstStyle/>
        <a:p>
          <a:r>
            <a:rPr lang="en-US"/>
            <a:t>Balanced precision–recall</a:t>
          </a:r>
        </a:p>
      </dgm:t>
    </dgm:pt>
    <dgm:pt modelId="{71A88E4F-2238-4E6B-A912-1342151222FA}" type="parTrans" cxnId="{27F50294-9F30-4273-9424-5F8489950B8B}">
      <dgm:prSet/>
      <dgm:spPr/>
      <dgm:t>
        <a:bodyPr/>
        <a:lstStyle/>
        <a:p>
          <a:endParaRPr lang="en-US"/>
        </a:p>
      </dgm:t>
    </dgm:pt>
    <dgm:pt modelId="{A12F6176-1081-4C77-AB5E-56718BFB2B41}" type="sibTrans" cxnId="{27F50294-9F30-4273-9424-5F8489950B8B}">
      <dgm:prSet/>
      <dgm:spPr/>
      <dgm:t>
        <a:bodyPr/>
        <a:lstStyle/>
        <a:p>
          <a:endParaRPr lang="en-US"/>
        </a:p>
      </dgm:t>
    </dgm:pt>
    <dgm:pt modelId="{3D6DAF18-9883-4164-8B39-155D734E404C}" type="pres">
      <dgm:prSet presAssocID="{48C099B4-7C3E-4C61-B966-ACC6E931A26C}" presName="root" presStyleCnt="0">
        <dgm:presLayoutVars>
          <dgm:dir/>
          <dgm:resizeHandles val="exact"/>
        </dgm:presLayoutVars>
      </dgm:prSet>
      <dgm:spPr/>
    </dgm:pt>
    <dgm:pt modelId="{058A860E-2AAC-4408-9911-83F2FD8F47F6}" type="pres">
      <dgm:prSet presAssocID="{CD351156-784E-4979-9313-CBC577AA57BD}" presName="compNode" presStyleCnt="0"/>
      <dgm:spPr/>
    </dgm:pt>
    <dgm:pt modelId="{E3AA9576-5ABC-4BCF-84DB-378100F670AB}" type="pres">
      <dgm:prSet presAssocID="{CD351156-784E-4979-9313-CBC577AA57BD}" presName="bgRect" presStyleLbl="bgShp" presStyleIdx="0" presStyleCnt="3"/>
      <dgm:spPr/>
    </dgm:pt>
    <dgm:pt modelId="{0A03FD94-D338-4236-BD63-B21C2788FDDE}" type="pres">
      <dgm:prSet presAssocID="{CD351156-784E-4979-9313-CBC577AA57B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0F46E067-073C-4766-A875-97F7F5618E28}" type="pres">
      <dgm:prSet presAssocID="{CD351156-784E-4979-9313-CBC577AA57BD}" presName="spaceRect" presStyleCnt="0"/>
      <dgm:spPr/>
    </dgm:pt>
    <dgm:pt modelId="{E57FC057-9D45-49B2-8098-D8E6F3002364}" type="pres">
      <dgm:prSet presAssocID="{CD351156-784E-4979-9313-CBC577AA57BD}" presName="parTx" presStyleLbl="revTx" presStyleIdx="0" presStyleCnt="3">
        <dgm:presLayoutVars>
          <dgm:chMax val="0"/>
          <dgm:chPref val="0"/>
        </dgm:presLayoutVars>
      </dgm:prSet>
      <dgm:spPr/>
    </dgm:pt>
    <dgm:pt modelId="{178E5149-BBCB-42B5-A6E8-00C887E16224}" type="pres">
      <dgm:prSet presAssocID="{7603AAF0-E271-4280-848A-E01A7D775903}" presName="sibTrans" presStyleCnt="0"/>
      <dgm:spPr/>
    </dgm:pt>
    <dgm:pt modelId="{7A1D658C-F80E-40DC-80C6-E3CCE88066C3}" type="pres">
      <dgm:prSet presAssocID="{F15605F7-D5B0-47E2-9A5F-BF5BFAEC3909}" presName="compNode" presStyleCnt="0"/>
      <dgm:spPr/>
    </dgm:pt>
    <dgm:pt modelId="{21AC13EA-D7F0-4A64-99E8-9847DBA08769}" type="pres">
      <dgm:prSet presAssocID="{F15605F7-D5B0-47E2-9A5F-BF5BFAEC3909}" presName="bgRect" presStyleLbl="bgShp" presStyleIdx="1" presStyleCnt="3"/>
      <dgm:spPr/>
    </dgm:pt>
    <dgm:pt modelId="{1F4C97D2-E17C-4376-BC58-D4489962516E}" type="pres">
      <dgm:prSet presAssocID="{F15605F7-D5B0-47E2-9A5F-BF5BFAEC390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7470170-E0A6-477D-910B-6F46D0406404}" type="pres">
      <dgm:prSet presAssocID="{F15605F7-D5B0-47E2-9A5F-BF5BFAEC3909}" presName="spaceRect" presStyleCnt="0"/>
      <dgm:spPr/>
    </dgm:pt>
    <dgm:pt modelId="{5ED8CB30-5AAA-4122-B973-F286A349F65F}" type="pres">
      <dgm:prSet presAssocID="{F15605F7-D5B0-47E2-9A5F-BF5BFAEC3909}" presName="parTx" presStyleLbl="revTx" presStyleIdx="1" presStyleCnt="3">
        <dgm:presLayoutVars>
          <dgm:chMax val="0"/>
          <dgm:chPref val="0"/>
        </dgm:presLayoutVars>
      </dgm:prSet>
      <dgm:spPr/>
    </dgm:pt>
    <dgm:pt modelId="{059A5FDE-2C3A-4C80-9FDD-EA98BC435286}" type="pres">
      <dgm:prSet presAssocID="{96657564-ABBD-4FD7-82D0-CB373DAEC61D}" presName="sibTrans" presStyleCnt="0"/>
      <dgm:spPr/>
    </dgm:pt>
    <dgm:pt modelId="{DC8659FA-0B7A-4C98-A6A0-4E35D8FA871F}" type="pres">
      <dgm:prSet presAssocID="{F7942A36-31DF-42D5-8A49-5D8C1E3987A1}" presName="compNode" presStyleCnt="0"/>
      <dgm:spPr/>
    </dgm:pt>
    <dgm:pt modelId="{6880E8BE-841E-4FC0-A05A-E1A46415DC05}" type="pres">
      <dgm:prSet presAssocID="{F7942A36-31DF-42D5-8A49-5D8C1E3987A1}" presName="bgRect" presStyleLbl="bgShp" presStyleIdx="2" presStyleCnt="3"/>
      <dgm:spPr/>
    </dgm:pt>
    <dgm:pt modelId="{340883E7-7804-4500-B75F-CD987295EE30}" type="pres">
      <dgm:prSet presAssocID="{F7942A36-31DF-42D5-8A49-5D8C1E3987A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"/>
        </a:ext>
      </dgm:extLst>
    </dgm:pt>
    <dgm:pt modelId="{A39751E1-B2AA-4EDE-8A82-EFB69EC8886F}" type="pres">
      <dgm:prSet presAssocID="{F7942A36-31DF-42D5-8A49-5D8C1E3987A1}" presName="spaceRect" presStyleCnt="0"/>
      <dgm:spPr/>
    </dgm:pt>
    <dgm:pt modelId="{B87EC073-6DEF-4490-8A9B-E44413576D09}" type="pres">
      <dgm:prSet presAssocID="{F7942A36-31DF-42D5-8A49-5D8C1E3987A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4341F03-C46B-429E-9323-A65B81DC2474}" type="presOf" srcId="{48C099B4-7C3E-4C61-B966-ACC6E931A26C}" destId="{3D6DAF18-9883-4164-8B39-155D734E404C}" srcOrd="0" destOrd="0" presId="urn:microsoft.com/office/officeart/2018/2/layout/IconVerticalSolidList"/>
    <dgm:cxn modelId="{DDE20C93-E649-455D-865E-6793D0398AF2}" type="presOf" srcId="{CD351156-784E-4979-9313-CBC577AA57BD}" destId="{E57FC057-9D45-49B2-8098-D8E6F3002364}" srcOrd="0" destOrd="0" presId="urn:microsoft.com/office/officeart/2018/2/layout/IconVerticalSolidList"/>
    <dgm:cxn modelId="{27F50294-9F30-4273-9424-5F8489950B8B}" srcId="{48C099B4-7C3E-4C61-B966-ACC6E931A26C}" destId="{F7942A36-31DF-42D5-8A49-5D8C1E3987A1}" srcOrd="2" destOrd="0" parTransId="{71A88E4F-2238-4E6B-A912-1342151222FA}" sibTransId="{A12F6176-1081-4C77-AB5E-56718BFB2B41}"/>
    <dgm:cxn modelId="{696C2BBD-0D81-4ECD-9741-20DC3103809E}" srcId="{48C099B4-7C3E-4C61-B966-ACC6E931A26C}" destId="{F15605F7-D5B0-47E2-9A5F-BF5BFAEC3909}" srcOrd="1" destOrd="0" parTransId="{712296E2-F25B-4528-9A27-94B8BDADE364}" sibTransId="{96657564-ABBD-4FD7-82D0-CB373DAEC61D}"/>
    <dgm:cxn modelId="{61B103C2-F8D2-4D7B-AE97-E75CCEC109A2}" type="presOf" srcId="{F15605F7-D5B0-47E2-9A5F-BF5BFAEC3909}" destId="{5ED8CB30-5AAA-4122-B973-F286A349F65F}" srcOrd="0" destOrd="0" presId="urn:microsoft.com/office/officeart/2018/2/layout/IconVerticalSolidList"/>
    <dgm:cxn modelId="{6EA989D9-0402-4FD6-927F-C87D55301CCB}" type="presOf" srcId="{F7942A36-31DF-42D5-8A49-5D8C1E3987A1}" destId="{B87EC073-6DEF-4490-8A9B-E44413576D09}" srcOrd="0" destOrd="0" presId="urn:microsoft.com/office/officeart/2018/2/layout/IconVerticalSolidList"/>
    <dgm:cxn modelId="{1F3514E0-FFA5-46AD-9B5C-35FE78A127C3}" srcId="{48C099B4-7C3E-4C61-B966-ACC6E931A26C}" destId="{CD351156-784E-4979-9313-CBC577AA57BD}" srcOrd="0" destOrd="0" parTransId="{B68F4986-F1EA-4F7F-BDE5-3FC1E58CAF75}" sibTransId="{7603AAF0-E271-4280-848A-E01A7D775903}"/>
    <dgm:cxn modelId="{7E6D4129-0E47-4B78-838E-25B8EC34E190}" type="presParOf" srcId="{3D6DAF18-9883-4164-8B39-155D734E404C}" destId="{058A860E-2AAC-4408-9911-83F2FD8F47F6}" srcOrd="0" destOrd="0" presId="urn:microsoft.com/office/officeart/2018/2/layout/IconVerticalSolidList"/>
    <dgm:cxn modelId="{58600074-8E64-45E9-829B-5408EEE603D0}" type="presParOf" srcId="{058A860E-2AAC-4408-9911-83F2FD8F47F6}" destId="{E3AA9576-5ABC-4BCF-84DB-378100F670AB}" srcOrd="0" destOrd="0" presId="urn:microsoft.com/office/officeart/2018/2/layout/IconVerticalSolidList"/>
    <dgm:cxn modelId="{F929E308-E558-411B-8D1B-AA6833D2F681}" type="presParOf" srcId="{058A860E-2AAC-4408-9911-83F2FD8F47F6}" destId="{0A03FD94-D338-4236-BD63-B21C2788FDDE}" srcOrd="1" destOrd="0" presId="urn:microsoft.com/office/officeart/2018/2/layout/IconVerticalSolidList"/>
    <dgm:cxn modelId="{1761C9A8-7160-46EE-8DE2-CAAC572CC553}" type="presParOf" srcId="{058A860E-2AAC-4408-9911-83F2FD8F47F6}" destId="{0F46E067-073C-4766-A875-97F7F5618E28}" srcOrd="2" destOrd="0" presId="urn:microsoft.com/office/officeart/2018/2/layout/IconVerticalSolidList"/>
    <dgm:cxn modelId="{D5E7FA11-B657-4BFC-99D3-3DC62E4E29F0}" type="presParOf" srcId="{058A860E-2AAC-4408-9911-83F2FD8F47F6}" destId="{E57FC057-9D45-49B2-8098-D8E6F3002364}" srcOrd="3" destOrd="0" presId="urn:microsoft.com/office/officeart/2018/2/layout/IconVerticalSolidList"/>
    <dgm:cxn modelId="{54D62E60-D17C-4264-BE7D-D48EBE07714D}" type="presParOf" srcId="{3D6DAF18-9883-4164-8B39-155D734E404C}" destId="{178E5149-BBCB-42B5-A6E8-00C887E16224}" srcOrd="1" destOrd="0" presId="urn:microsoft.com/office/officeart/2018/2/layout/IconVerticalSolidList"/>
    <dgm:cxn modelId="{F4FA6FC3-E454-4355-8C52-CAE395D709ED}" type="presParOf" srcId="{3D6DAF18-9883-4164-8B39-155D734E404C}" destId="{7A1D658C-F80E-40DC-80C6-E3CCE88066C3}" srcOrd="2" destOrd="0" presId="urn:microsoft.com/office/officeart/2018/2/layout/IconVerticalSolidList"/>
    <dgm:cxn modelId="{64D50261-CA80-4139-92C4-9CF7B574F5A4}" type="presParOf" srcId="{7A1D658C-F80E-40DC-80C6-E3CCE88066C3}" destId="{21AC13EA-D7F0-4A64-99E8-9847DBA08769}" srcOrd="0" destOrd="0" presId="urn:microsoft.com/office/officeart/2018/2/layout/IconVerticalSolidList"/>
    <dgm:cxn modelId="{805EB18E-1883-45DA-AA43-91C891158720}" type="presParOf" srcId="{7A1D658C-F80E-40DC-80C6-E3CCE88066C3}" destId="{1F4C97D2-E17C-4376-BC58-D4489962516E}" srcOrd="1" destOrd="0" presId="urn:microsoft.com/office/officeart/2018/2/layout/IconVerticalSolidList"/>
    <dgm:cxn modelId="{D2567B3C-9147-44DE-86F2-CE10F1F5B253}" type="presParOf" srcId="{7A1D658C-F80E-40DC-80C6-E3CCE88066C3}" destId="{B7470170-E0A6-477D-910B-6F46D0406404}" srcOrd="2" destOrd="0" presId="urn:microsoft.com/office/officeart/2018/2/layout/IconVerticalSolidList"/>
    <dgm:cxn modelId="{BB3990A0-A5FC-49B6-806B-AC66FF0EFB43}" type="presParOf" srcId="{7A1D658C-F80E-40DC-80C6-E3CCE88066C3}" destId="{5ED8CB30-5AAA-4122-B973-F286A349F65F}" srcOrd="3" destOrd="0" presId="urn:microsoft.com/office/officeart/2018/2/layout/IconVerticalSolidList"/>
    <dgm:cxn modelId="{C39B75C0-F8BF-42A7-B2F8-3922A817FFEB}" type="presParOf" srcId="{3D6DAF18-9883-4164-8B39-155D734E404C}" destId="{059A5FDE-2C3A-4C80-9FDD-EA98BC435286}" srcOrd="3" destOrd="0" presId="urn:microsoft.com/office/officeart/2018/2/layout/IconVerticalSolidList"/>
    <dgm:cxn modelId="{F9D767B2-41F3-406C-8E88-8D3011077C6A}" type="presParOf" srcId="{3D6DAF18-9883-4164-8B39-155D734E404C}" destId="{DC8659FA-0B7A-4C98-A6A0-4E35D8FA871F}" srcOrd="4" destOrd="0" presId="urn:microsoft.com/office/officeart/2018/2/layout/IconVerticalSolidList"/>
    <dgm:cxn modelId="{68450752-5BEB-405E-877D-1E0C78A9FBE3}" type="presParOf" srcId="{DC8659FA-0B7A-4C98-A6A0-4E35D8FA871F}" destId="{6880E8BE-841E-4FC0-A05A-E1A46415DC05}" srcOrd="0" destOrd="0" presId="urn:microsoft.com/office/officeart/2018/2/layout/IconVerticalSolidList"/>
    <dgm:cxn modelId="{2C811CFE-8294-4E08-8686-851300955F61}" type="presParOf" srcId="{DC8659FA-0B7A-4C98-A6A0-4E35D8FA871F}" destId="{340883E7-7804-4500-B75F-CD987295EE30}" srcOrd="1" destOrd="0" presId="urn:microsoft.com/office/officeart/2018/2/layout/IconVerticalSolidList"/>
    <dgm:cxn modelId="{238032A1-0211-47DA-8679-9DF16CDAC408}" type="presParOf" srcId="{DC8659FA-0B7A-4C98-A6A0-4E35D8FA871F}" destId="{A39751E1-B2AA-4EDE-8A82-EFB69EC8886F}" srcOrd="2" destOrd="0" presId="urn:microsoft.com/office/officeart/2018/2/layout/IconVerticalSolidList"/>
    <dgm:cxn modelId="{6A4A6A55-4722-427E-8B7B-AC0A49EA2126}" type="presParOf" srcId="{DC8659FA-0B7A-4C98-A6A0-4E35D8FA871F}" destId="{B87EC073-6DEF-4490-8A9B-E44413576D0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268A553-2653-4E18-9609-3A54D452CB6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66CA5B1-0CCB-4660-AF83-43EBA8E2FC60}">
      <dgm:prSet/>
      <dgm:spPr/>
      <dgm:t>
        <a:bodyPr/>
        <a:lstStyle/>
        <a:p>
          <a:r>
            <a:rPr lang="en-US"/>
            <a:t>Top drivers:</a:t>
          </a:r>
        </a:p>
      </dgm:t>
    </dgm:pt>
    <dgm:pt modelId="{AA4356CC-3578-46A7-9914-F7C26BFD3D95}" type="parTrans" cxnId="{CABA5749-27B5-439E-BB37-0829D37DB1A1}">
      <dgm:prSet/>
      <dgm:spPr/>
      <dgm:t>
        <a:bodyPr/>
        <a:lstStyle/>
        <a:p>
          <a:endParaRPr lang="en-US"/>
        </a:p>
      </dgm:t>
    </dgm:pt>
    <dgm:pt modelId="{5C9CA5FB-73E1-4659-8739-D9C1D590740D}" type="sibTrans" cxnId="{CABA5749-27B5-439E-BB37-0829D37DB1A1}">
      <dgm:prSet/>
      <dgm:spPr/>
      <dgm:t>
        <a:bodyPr/>
        <a:lstStyle/>
        <a:p>
          <a:endParaRPr lang="en-US"/>
        </a:p>
      </dgm:t>
    </dgm:pt>
    <dgm:pt modelId="{02AD56EF-15F8-4D78-96C9-1D21EB2875ED}">
      <dgm:prSet/>
      <dgm:spPr/>
      <dgm:t>
        <a:bodyPr/>
        <a:lstStyle/>
        <a:p>
          <a:r>
            <a:rPr lang="en-US"/>
            <a:t>• Tenure</a:t>
          </a:r>
        </a:p>
      </dgm:t>
    </dgm:pt>
    <dgm:pt modelId="{C56402D3-7A9A-46AC-99F3-27C9076C6CF7}" type="parTrans" cxnId="{C3BDEBA9-92C8-49FC-A95F-62550FA59BD4}">
      <dgm:prSet/>
      <dgm:spPr/>
      <dgm:t>
        <a:bodyPr/>
        <a:lstStyle/>
        <a:p>
          <a:endParaRPr lang="en-US"/>
        </a:p>
      </dgm:t>
    </dgm:pt>
    <dgm:pt modelId="{0624E06F-AE1A-4AAD-8BA9-4894352836DB}" type="sibTrans" cxnId="{C3BDEBA9-92C8-49FC-A95F-62550FA59BD4}">
      <dgm:prSet/>
      <dgm:spPr/>
      <dgm:t>
        <a:bodyPr/>
        <a:lstStyle/>
        <a:p>
          <a:endParaRPr lang="en-US"/>
        </a:p>
      </dgm:t>
    </dgm:pt>
    <dgm:pt modelId="{0567AFF7-C0F7-435E-9BC9-130EF453A157}">
      <dgm:prSet/>
      <dgm:spPr/>
      <dgm:t>
        <a:bodyPr/>
        <a:lstStyle/>
        <a:p>
          <a:r>
            <a:rPr lang="en-US"/>
            <a:t>• Contract type</a:t>
          </a:r>
        </a:p>
      </dgm:t>
    </dgm:pt>
    <dgm:pt modelId="{8976B74D-D5EA-48FE-97E2-6F3D88FC4F9E}" type="parTrans" cxnId="{6E07CFD4-E5A6-456B-82F7-088FA6174404}">
      <dgm:prSet/>
      <dgm:spPr/>
      <dgm:t>
        <a:bodyPr/>
        <a:lstStyle/>
        <a:p>
          <a:endParaRPr lang="en-US"/>
        </a:p>
      </dgm:t>
    </dgm:pt>
    <dgm:pt modelId="{E9926D2E-71AE-4BB1-A341-289F139F5B45}" type="sibTrans" cxnId="{6E07CFD4-E5A6-456B-82F7-088FA6174404}">
      <dgm:prSet/>
      <dgm:spPr/>
      <dgm:t>
        <a:bodyPr/>
        <a:lstStyle/>
        <a:p>
          <a:endParaRPr lang="en-US"/>
        </a:p>
      </dgm:t>
    </dgm:pt>
    <dgm:pt modelId="{34D6A77A-C7C9-44F0-B576-E879CD67A6A1}">
      <dgm:prSet/>
      <dgm:spPr/>
      <dgm:t>
        <a:bodyPr/>
        <a:lstStyle/>
        <a:p>
          <a:r>
            <a:rPr lang="en-US"/>
            <a:t>• Monthly charges</a:t>
          </a:r>
        </a:p>
      </dgm:t>
    </dgm:pt>
    <dgm:pt modelId="{C790196F-E5ED-435E-BD7C-D37D2BC2DD91}" type="parTrans" cxnId="{B81FBEEC-2293-4489-AF2D-84A856352528}">
      <dgm:prSet/>
      <dgm:spPr/>
      <dgm:t>
        <a:bodyPr/>
        <a:lstStyle/>
        <a:p>
          <a:endParaRPr lang="en-US"/>
        </a:p>
      </dgm:t>
    </dgm:pt>
    <dgm:pt modelId="{0C100C0E-AFFD-4E2D-9133-14CF712F45B6}" type="sibTrans" cxnId="{B81FBEEC-2293-4489-AF2D-84A856352528}">
      <dgm:prSet/>
      <dgm:spPr/>
      <dgm:t>
        <a:bodyPr/>
        <a:lstStyle/>
        <a:p>
          <a:endParaRPr lang="en-US"/>
        </a:p>
      </dgm:t>
    </dgm:pt>
    <dgm:pt modelId="{86ED9C70-BB90-4D4D-98FB-99C559E7B934}">
      <dgm:prSet/>
      <dgm:spPr/>
      <dgm:t>
        <a:bodyPr/>
        <a:lstStyle/>
        <a:p>
          <a:r>
            <a:rPr lang="en-US"/>
            <a:t>• Internet service</a:t>
          </a:r>
        </a:p>
      </dgm:t>
    </dgm:pt>
    <dgm:pt modelId="{1A5C30C2-32E3-4D5F-B2CA-186D0B8F466E}" type="parTrans" cxnId="{CB9E2AA2-1135-40BD-99F5-AA0051C00EE0}">
      <dgm:prSet/>
      <dgm:spPr/>
      <dgm:t>
        <a:bodyPr/>
        <a:lstStyle/>
        <a:p>
          <a:endParaRPr lang="en-US"/>
        </a:p>
      </dgm:t>
    </dgm:pt>
    <dgm:pt modelId="{C932A7B6-ADFE-45E3-9871-12D1AA72D715}" type="sibTrans" cxnId="{CB9E2AA2-1135-40BD-99F5-AA0051C00EE0}">
      <dgm:prSet/>
      <dgm:spPr/>
      <dgm:t>
        <a:bodyPr/>
        <a:lstStyle/>
        <a:p>
          <a:endParaRPr lang="en-US"/>
        </a:p>
      </dgm:t>
    </dgm:pt>
    <dgm:pt modelId="{FAB88AD0-81A0-414C-ABB1-08277C563EB8}" type="pres">
      <dgm:prSet presAssocID="{F268A553-2653-4E18-9609-3A54D452CB6C}" presName="linear" presStyleCnt="0">
        <dgm:presLayoutVars>
          <dgm:animLvl val="lvl"/>
          <dgm:resizeHandles val="exact"/>
        </dgm:presLayoutVars>
      </dgm:prSet>
      <dgm:spPr/>
    </dgm:pt>
    <dgm:pt modelId="{765C3795-2693-0045-BA7E-424091057DD8}" type="pres">
      <dgm:prSet presAssocID="{D66CA5B1-0CCB-4660-AF83-43EBA8E2FC6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685184D-B51B-A44B-A7AD-60C9DFC82CE8}" type="pres">
      <dgm:prSet presAssocID="{5C9CA5FB-73E1-4659-8739-D9C1D590740D}" presName="spacer" presStyleCnt="0"/>
      <dgm:spPr/>
    </dgm:pt>
    <dgm:pt modelId="{299FA3BB-E324-3E45-BE2E-7AE45CECBE10}" type="pres">
      <dgm:prSet presAssocID="{02AD56EF-15F8-4D78-96C9-1D21EB2875E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D3134FB-6E49-A448-B788-89EEE4B97FEC}" type="pres">
      <dgm:prSet presAssocID="{0624E06F-AE1A-4AAD-8BA9-4894352836DB}" presName="spacer" presStyleCnt="0"/>
      <dgm:spPr/>
    </dgm:pt>
    <dgm:pt modelId="{E03E5425-6B76-4044-8008-47D529D24114}" type="pres">
      <dgm:prSet presAssocID="{0567AFF7-C0F7-435E-9BC9-130EF453A15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A2DED5F-B0E7-5F48-B54C-029DBDB20587}" type="pres">
      <dgm:prSet presAssocID="{E9926D2E-71AE-4BB1-A341-289F139F5B45}" presName="spacer" presStyleCnt="0"/>
      <dgm:spPr/>
    </dgm:pt>
    <dgm:pt modelId="{63FC6F51-0307-2641-AAE7-53F7FEC0EA7E}" type="pres">
      <dgm:prSet presAssocID="{34D6A77A-C7C9-44F0-B576-E879CD67A6A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DAF370E-C5B8-4F4A-8885-B335DE58DAA5}" type="pres">
      <dgm:prSet presAssocID="{0C100C0E-AFFD-4E2D-9133-14CF712F45B6}" presName="spacer" presStyleCnt="0"/>
      <dgm:spPr/>
    </dgm:pt>
    <dgm:pt modelId="{D075E7AE-7FC6-6449-AE93-C8BB2AB85BB7}" type="pres">
      <dgm:prSet presAssocID="{86ED9C70-BB90-4D4D-98FB-99C559E7B93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ABA5749-27B5-439E-BB37-0829D37DB1A1}" srcId="{F268A553-2653-4E18-9609-3A54D452CB6C}" destId="{D66CA5B1-0CCB-4660-AF83-43EBA8E2FC60}" srcOrd="0" destOrd="0" parTransId="{AA4356CC-3578-46A7-9914-F7C26BFD3D95}" sibTransId="{5C9CA5FB-73E1-4659-8739-D9C1D590740D}"/>
    <dgm:cxn modelId="{997D3D57-76C6-D04A-B9A6-0744F0961019}" type="presOf" srcId="{0567AFF7-C0F7-435E-9BC9-130EF453A157}" destId="{E03E5425-6B76-4044-8008-47D529D24114}" srcOrd="0" destOrd="0" presId="urn:microsoft.com/office/officeart/2005/8/layout/vList2"/>
    <dgm:cxn modelId="{7658785D-6DA8-A14F-B135-100141BCFC93}" type="presOf" srcId="{86ED9C70-BB90-4D4D-98FB-99C559E7B934}" destId="{D075E7AE-7FC6-6449-AE93-C8BB2AB85BB7}" srcOrd="0" destOrd="0" presId="urn:microsoft.com/office/officeart/2005/8/layout/vList2"/>
    <dgm:cxn modelId="{9FB78E76-9894-E34B-839A-39B2D5E703B8}" type="presOf" srcId="{02AD56EF-15F8-4D78-96C9-1D21EB2875ED}" destId="{299FA3BB-E324-3E45-BE2E-7AE45CECBE10}" srcOrd="0" destOrd="0" presId="urn:microsoft.com/office/officeart/2005/8/layout/vList2"/>
    <dgm:cxn modelId="{55CCE29A-9B94-9841-9CF5-A88FCDF7E3F9}" type="presOf" srcId="{F268A553-2653-4E18-9609-3A54D452CB6C}" destId="{FAB88AD0-81A0-414C-ABB1-08277C563EB8}" srcOrd="0" destOrd="0" presId="urn:microsoft.com/office/officeart/2005/8/layout/vList2"/>
    <dgm:cxn modelId="{CB9E2AA2-1135-40BD-99F5-AA0051C00EE0}" srcId="{F268A553-2653-4E18-9609-3A54D452CB6C}" destId="{86ED9C70-BB90-4D4D-98FB-99C559E7B934}" srcOrd="4" destOrd="0" parTransId="{1A5C30C2-32E3-4D5F-B2CA-186D0B8F466E}" sibTransId="{C932A7B6-ADFE-45E3-9871-12D1AA72D715}"/>
    <dgm:cxn modelId="{C3BDEBA9-92C8-49FC-A95F-62550FA59BD4}" srcId="{F268A553-2653-4E18-9609-3A54D452CB6C}" destId="{02AD56EF-15F8-4D78-96C9-1D21EB2875ED}" srcOrd="1" destOrd="0" parTransId="{C56402D3-7A9A-46AC-99F3-27C9076C6CF7}" sibTransId="{0624E06F-AE1A-4AAD-8BA9-4894352836DB}"/>
    <dgm:cxn modelId="{DF1BC8B1-0EC9-6C43-9ECD-891D05D904A8}" type="presOf" srcId="{34D6A77A-C7C9-44F0-B576-E879CD67A6A1}" destId="{63FC6F51-0307-2641-AAE7-53F7FEC0EA7E}" srcOrd="0" destOrd="0" presId="urn:microsoft.com/office/officeart/2005/8/layout/vList2"/>
    <dgm:cxn modelId="{FB9DC9BD-82F3-5B49-9B83-B1D49B519D0D}" type="presOf" srcId="{D66CA5B1-0CCB-4660-AF83-43EBA8E2FC60}" destId="{765C3795-2693-0045-BA7E-424091057DD8}" srcOrd="0" destOrd="0" presId="urn:microsoft.com/office/officeart/2005/8/layout/vList2"/>
    <dgm:cxn modelId="{6E07CFD4-E5A6-456B-82F7-088FA6174404}" srcId="{F268A553-2653-4E18-9609-3A54D452CB6C}" destId="{0567AFF7-C0F7-435E-9BC9-130EF453A157}" srcOrd="2" destOrd="0" parTransId="{8976B74D-D5EA-48FE-97E2-6F3D88FC4F9E}" sibTransId="{E9926D2E-71AE-4BB1-A341-289F139F5B45}"/>
    <dgm:cxn modelId="{B81FBEEC-2293-4489-AF2D-84A856352528}" srcId="{F268A553-2653-4E18-9609-3A54D452CB6C}" destId="{34D6A77A-C7C9-44F0-B576-E879CD67A6A1}" srcOrd="3" destOrd="0" parTransId="{C790196F-E5ED-435E-BD7C-D37D2BC2DD91}" sibTransId="{0C100C0E-AFFD-4E2D-9133-14CF712F45B6}"/>
    <dgm:cxn modelId="{7B033C8A-5815-DB46-B803-4DF094FB489C}" type="presParOf" srcId="{FAB88AD0-81A0-414C-ABB1-08277C563EB8}" destId="{765C3795-2693-0045-BA7E-424091057DD8}" srcOrd="0" destOrd="0" presId="urn:microsoft.com/office/officeart/2005/8/layout/vList2"/>
    <dgm:cxn modelId="{DB7669B8-6DF8-E14E-A20C-9A8BD54D9118}" type="presParOf" srcId="{FAB88AD0-81A0-414C-ABB1-08277C563EB8}" destId="{8685184D-B51B-A44B-A7AD-60C9DFC82CE8}" srcOrd="1" destOrd="0" presId="urn:microsoft.com/office/officeart/2005/8/layout/vList2"/>
    <dgm:cxn modelId="{F775A0FA-FD3B-0B4F-A7DC-C3BECAFD8FAD}" type="presParOf" srcId="{FAB88AD0-81A0-414C-ABB1-08277C563EB8}" destId="{299FA3BB-E324-3E45-BE2E-7AE45CECBE10}" srcOrd="2" destOrd="0" presId="urn:microsoft.com/office/officeart/2005/8/layout/vList2"/>
    <dgm:cxn modelId="{CAFCFD6B-4830-1049-BE51-75BA7BD685C6}" type="presParOf" srcId="{FAB88AD0-81A0-414C-ABB1-08277C563EB8}" destId="{7D3134FB-6E49-A448-B788-89EEE4B97FEC}" srcOrd="3" destOrd="0" presId="urn:microsoft.com/office/officeart/2005/8/layout/vList2"/>
    <dgm:cxn modelId="{BC9CA9E4-5E74-AA40-B335-7229A5FC0532}" type="presParOf" srcId="{FAB88AD0-81A0-414C-ABB1-08277C563EB8}" destId="{E03E5425-6B76-4044-8008-47D529D24114}" srcOrd="4" destOrd="0" presId="urn:microsoft.com/office/officeart/2005/8/layout/vList2"/>
    <dgm:cxn modelId="{9087FB8B-EB94-A044-83A7-44667354B47B}" type="presParOf" srcId="{FAB88AD0-81A0-414C-ABB1-08277C563EB8}" destId="{1A2DED5F-B0E7-5F48-B54C-029DBDB20587}" srcOrd="5" destOrd="0" presId="urn:microsoft.com/office/officeart/2005/8/layout/vList2"/>
    <dgm:cxn modelId="{A49B1D15-76A0-9E42-B084-78BCBE8DBC00}" type="presParOf" srcId="{FAB88AD0-81A0-414C-ABB1-08277C563EB8}" destId="{63FC6F51-0307-2641-AAE7-53F7FEC0EA7E}" srcOrd="6" destOrd="0" presId="urn:microsoft.com/office/officeart/2005/8/layout/vList2"/>
    <dgm:cxn modelId="{18C80F4C-AA4D-E34C-A042-34AE984A36B8}" type="presParOf" srcId="{FAB88AD0-81A0-414C-ABB1-08277C563EB8}" destId="{7DAF370E-C5B8-4F4A-8885-B335DE58DAA5}" srcOrd="7" destOrd="0" presId="urn:microsoft.com/office/officeart/2005/8/layout/vList2"/>
    <dgm:cxn modelId="{B6E737DF-8326-2E40-97B9-B01FE7A938AB}" type="presParOf" srcId="{FAB88AD0-81A0-414C-ABB1-08277C563EB8}" destId="{D075E7AE-7FC6-6449-AE93-C8BB2AB85BB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AC3BB40-E0F2-4064-A990-6227B8D8E09C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2967402-C555-4DF5-9675-740DE9E2AAD2}">
      <dgm:prSet/>
      <dgm:spPr/>
      <dgm:t>
        <a:bodyPr/>
        <a:lstStyle/>
        <a:p>
          <a:r>
            <a:rPr lang="en-US"/>
            <a:t>• Trees capture non‑linear patterns</a:t>
          </a:r>
        </a:p>
      </dgm:t>
    </dgm:pt>
    <dgm:pt modelId="{54AE58B0-A497-4AB8-8BE0-D9BFC0DAF4E2}" type="parTrans" cxnId="{407CFB66-36D6-4B1A-8785-E308F90FE8D2}">
      <dgm:prSet/>
      <dgm:spPr/>
      <dgm:t>
        <a:bodyPr/>
        <a:lstStyle/>
        <a:p>
          <a:endParaRPr lang="en-US"/>
        </a:p>
      </dgm:t>
    </dgm:pt>
    <dgm:pt modelId="{2EF4B5BE-C33F-46BE-961B-1EEA1D98A7E3}" type="sibTrans" cxnId="{407CFB66-36D6-4B1A-8785-E308F90FE8D2}">
      <dgm:prSet/>
      <dgm:spPr/>
      <dgm:t>
        <a:bodyPr/>
        <a:lstStyle/>
        <a:p>
          <a:endParaRPr lang="en-US"/>
        </a:p>
      </dgm:t>
    </dgm:pt>
    <dgm:pt modelId="{F0E0B327-7A72-4797-8070-F6BC77300469}">
      <dgm:prSet/>
      <dgm:spPr/>
      <dgm:t>
        <a:bodyPr/>
        <a:lstStyle/>
        <a:p>
          <a:r>
            <a:rPr lang="en-US"/>
            <a:t>• Random Forest reduces overfitting</a:t>
          </a:r>
        </a:p>
      </dgm:t>
    </dgm:pt>
    <dgm:pt modelId="{D92DDBF3-2B48-4A6D-8F6B-7B9EB930EB3A}" type="parTrans" cxnId="{6E2CD2FC-A777-4E7B-BBD1-108C821BDF9B}">
      <dgm:prSet/>
      <dgm:spPr/>
      <dgm:t>
        <a:bodyPr/>
        <a:lstStyle/>
        <a:p>
          <a:endParaRPr lang="en-US"/>
        </a:p>
      </dgm:t>
    </dgm:pt>
    <dgm:pt modelId="{5B941A5E-FFDA-46D4-A009-612E1F4B1002}" type="sibTrans" cxnId="{6E2CD2FC-A777-4E7B-BBD1-108C821BDF9B}">
      <dgm:prSet/>
      <dgm:spPr/>
      <dgm:t>
        <a:bodyPr/>
        <a:lstStyle/>
        <a:p>
          <a:endParaRPr lang="en-US"/>
        </a:p>
      </dgm:t>
    </dgm:pt>
    <dgm:pt modelId="{8788431A-0825-4A31-B2E2-79DE955E4557}">
      <dgm:prSet/>
      <dgm:spPr/>
      <dgm:t>
        <a:bodyPr/>
        <a:lstStyle/>
        <a:p>
          <a:r>
            <a:rPr lang="en-US"/>
            <a:t>• SVM precise but lower recall</a:t>
          </a:r>
        </a:p>
      </dgm:t>
    </dgm:pt>
    <dgm:pt modelId="{68F74CEB-B3CE-4E54-8637-17E8EF35CFFB}" type="parTrans" cxnId="{160EF4B0-3851-4210-8462-8ABDD09F4BB4}">
      <dgm:prSet/>
      <dgm:spPr/>
      <dgm:t>
        <a:bodyPr/>
        <a:lstStyle/>
        <a:p>
          <a:endParaRPr lang="en-US"/>
        </a:p>
      </dgm:t>
    </dgm:pt>
    <dgm:pt modelId="{F2F91944-7AFA-495F-ADCD-9C3BA2FB4912}" type="sibTrans" cxnId="{160EF4B0-3851-4210-8462-8ABDD09F4BB4}">
      <dgm:prSet/>
      <dgm:spPr/>
      <dgm:t>
        <a:bodyPr/>
        <a:lstStyle/>
        <a:p>
          <a:endParaRPr lang="en-US"/>
        </a:p>
      </dgm:t>
    </dgm:pt>
    <dgm:pt modelId="{DDA99526-B10A-B84D-A73C-1D2E25D1575C}" type="pres">
      <dgm:prSet presAssocID="{7AC3BB40-E0F2-4064-A990-6227B8D8E09C}" presName="vert0" presStyleCnt="0">
        <dgm:presLayoutVars>
          <dgm:dir/>
          <dgm:animOne val="branch"/>
          <dgm:animLvl val="lvl"/>
        </dgm:presLayoutVars>
      </dgm:prSet>
      <dgm:spPr/>
    </dgm:pt>
    <dgm:pt modelId="{DB685153-EAB4-6C41-904B-A3F35AFDECE3}" type="pres">
      <dgm:prSet presAssocID="{42967402-C555-4DF5-9675-740DE9E2AAD2}" presName="thickLine" presStyleLbl="alignNode1" presStyleIdx="0" presStyleCnt="3"/>
      <dgm:spPr/>
    </dgm:pt>
    <dgm:pt modelId="{D253A9CB-981B-E543-9C09-53C5D3DA85FB}" type="pres">
      <dgm:prSet presAssocID="{42967402-C555-4DF5-9675-740DE9E2AAD2}" presName="horz1" presStyleCnt="0"/>
      <dgm:spPr/>
    </dgm:pt>
    <dgm:pt modelId="{12EFA868-9EA1-5D4B-964F-B7DC6187CDEF}" type="pres">
      <dgm:prSet presAssocID="{42967402-C555-4DF5-9675-740DE9E2AAD2}" presName="tx1" presStyleLbl="revTx" presStyleIdx="0" presStyleCnt="3"/>
      <dgm:spPr/>
    </dgm:pt>
    <dgm:pt modelId="{D0960EC9-E299-5B46-B31C-5AA3C354F56B}" type="pres">
      <dgm:prSet presAssocID="{42967402-C555-4DF5-9675-740DE9E2AAD2}" presName="vert1" presStyleCnt="0"/>
      <dgm:spPr/>
    </dgm:pt>
    <dgm:pt modelId="{06588300-6A04-A046-A194-FE5B89E9AED9}" type="pres">
      <dgm:prSet presAssocID="{F0E0B327-7A72-4797-8070-F6BC77300469}" presName="thickLine" presStyleLbl="alignNode1" presStyleIdx="1" presStyleCnt="3"/>
      <dgm:spPr/>
    </dgm:pt>
    <dgm:pt modelId="{D267BE7B-41F9-4C4A-8374-1A3ED8C2CE9F}" type="pres">
      <dgm:prSet presAssocID="{F0E0B327-7A72-4797-8070-F6BC77300469}" presName="horz1" presStyleCnt="0"/>
      <dgm:spPr/>
    </dgm:pt>
    <dgm:pt modelId="{F9722B07-C011-8A4E-85B1-4D9D331F8C69}" type="pres">
      <dgm:prSet presAssocID="{F0E0B327-7A72-4797-8070-F6BC77300469}" presName="tx1" presStyleLbl="revTx" presStyleIdx="1" presStyleCnt="3"/>
      <dgm:spPr/>
    </dgm:pt>
    <dgm:pt modelId="{D2E614C5-C19B-AD41-A26D-CAB244E1A923}" type="pres">
      <dgm:prSet presAssocID="{F0E0B327-7A72-4797-8070-F6BC77300469}" presName="vert1" presStyleCnt="0"/>
      <dgm:spPr/>
    </dgm:pt>
    <dgm:pt modelId="{BDA91542-D6D8-ED42-9E91-7A2C004F9AAB}" type="pres">
      <dgm:prSet presAssocID="{8788431A-0825-4A31-B2E2-79DE955E4557}" presName="thickLine" presStyleLbl="alignNode1" presStyleIdx="2" presStyleCnt="3"/>
      <dgm:spPr/>
    </dgm:pt>
    <dgm:pt modelId="{A1BCBEE2-B318-0746-AF45-1C1D1EACC13A}" type="pres">
      <dgm:prSet presAssocID="{8788431A-0825-4A31-B2E2-79DE955E4557}" presName="horz1" presStyleCnt="0"/>
      <dgm:spPr/>
    </dgm:pt>
    <dgm:pt modelId="{6BD06CF3-DE1F-3B42-91CA-D316676D2955}" type="pres">
      <dgm:prSet presAssocID="{8788431A-0825-4A31-B2E2-79DE955E4557}" presName="tx1" presStyleLbl="revTx" presStyleIdx="2" presStyleCnt="3"/>
      <dgm:spPr/>
    </dgm:pt>
    <dgm:pt modelId="{F0B9D38F-21F8-0F46-BA62-286D94F856FB}" type="pres">
      <dgm:prSet presAssocID="{8788431A-0825-4A31-B2E2-79DE955E4557}" presName="vert1" presStyleCnt="0"/>
      <dgm:spPr/>
    </dgm:pt>
  </dgm:ptLst>
  <dgm:cxnLst>
    <dgm:cxn modelId="{A18D1615-35A2-9A40-A57C-3D2E13072B56}" type="presOf" srcId="{7AC3BB40-E0F2-4064-A990-6227B8D8E09C}" destId="{DDA99526-B10A-B84D-A73C-1D2E25D1575C}" srcOrd="0" destOrd="0" presId="urn:microsoft.com/office/officeart/2008/layout/LinedList"/>
    <dgm:cxn modelId="{407CFB66-36D6-4B1A-8785-E308F90FE8D2}" srcId="{7AC3BB40-E0F2-4064-A990-6227B8D8E09C}" destId="{42967402-C555-4DF5-9675-740DE9E2AAD2}" srcOrd="0" destOrd="0" parTransId="{54AE58B0-A497-4AB8-8BE0-D9BFC0DAF4E2}" sibTransId="{2EF4B5BE-C33F-46BE-961B-1EEA1D98A7E3}"/>
    <dgm:cxn modelId="{160EF4B0-3851-4210-8462-8ABDD09F4BB4}" srcId="{7AC3BB40-E0F2-4064-A990-6227B8D8E09C}" destId="{8788431A-0825-4A31-B2E2-79DE955E4557}" srcOrd="2" destOrd="0" parTransId="{68F74CEB-B3CE-4E54-8637-17E8EF35CFFB}" sibTransId="{F2F91944-7AFA-495F-ADCD-9C3BA2FB4912}"/>
    <dgm:cxn modelId="{08EE04DA-C47C-7E40-A748-1A14682A4025}" type="presOf" srcId="{8788431A-0825-4A31-B2E2-79DE955E4557}" destId="{6BD06CF3-DE1F-3B42-91CA-D316676D2955}" srcOrd="0" destOrd="0" presId="urn:microsoft.com/office/officeart/2008/layout/LinedList"/>
    <dgm:cxn modelId="{D71F4BDC-49C3-3345-A85E-4C5BD8E91157}" type="presOf" srcId="{42967402-C555-4DF5-9675-740DE9E2AAD2}" destId="{12EFA868-9EA1-5D4B-964F-B7DC6187CDEF}" srcOrd="0" destOrd="0" presId="urn:microsoft.com/office/officeart/2008/layout/LinedList"/>
    <dgm:cxn modelId="{364C9FF6-3D22-9B49-9731-44508B402F68}" type="presOf" srcId="{F0E0B327-7A72-4797-8070-F6BC77300469}" destId="{F9722B07-C011-8A4E-85B1-4D9D331F8C69}" srcOrd="0" destOrd="0" presId="urn:microsoft.com/office/officeart/2008/layout/LinedList"/>
    <dgm:cxn modelId="{6E2CD2FC-A777-4E7B-BBD1-108C821BDF9B}" srcId="{7AC3BB40-E0F2-4064-A990-6227B8D8E09C}" destId="{F0E0B327-7A72-4797-8070-F6BC77300469}" srcOrd="1" destOrd="0" parTransId="{D92DDBF3-2B48-4A6D-8F6B-7B9EB930EB3A}" sibTransId="{5B941A5E-FFDA-46D4-A009-612E1F4B1002}"/>
    <dgm:cxn modelId="{1098C043-D55D-EE45-9717-34CC680FA171}" type="presParOf" srcId="{DDA99526-B10A-B84D-A73C-1D2E25D1575C}" destId="{DB685153-EAB4-6C41-904B-A3F35AFDECE3}" srcOrd="0" destOrd="0" presId="urn:microsoft.com/office/officeart/2008/layout/LinedList"/>
    <dgm:cxn modelId="{D48D5527-F75B-8143-A1EA-50DED1EA69C2}" type="presParOf" srcId="{DDA99526-B10A-B84D-A73C-1D2E25D1575C}" destId="{D253A9CB-981B-E543-9C09-53C5D3DA85FB}" srcOrd="1" destOrd="0" presId="urn:microsoft.com/office/officeart/2008/layout/LinedList"/>
    <dgm:cxn modelId="{4DE25E7E-E5BB-954A-823D-50A7C293D9FD}" type="presParOf" srcId="{D253A9CB-981B-E543-9C09-53C5D3DA85FB}" destId="{12EFA868-9EA1-5D4B-964F-B7DC6187CDEF}" srcOrd="0" destOrd="0" presId="urn:microsoft.com/office/officeart/2008/layout/LinedList"/>
    <dgm:cxn modelId="{C45911C3-8B99-564E-A36E-0FE53CDAE7F8}" type="presParOf" srcId="{D253A9CB-981B-E543-9C09-53C5D3DA85FB}" destId="{D0960EC9-E299-5B46-B31C-5AA3C354F56B}" srcOrd="1" destOrd="0" presId="urn:microsoft.com/office/officeart/2008/layout/LinedList"/>
    <dgm:cxn modelId="{45629C53-9CDF-874F-84C5-A12B263C860D}" type="presParOf" srcId="{DDA99526-B10A-B84D-A73C-1D2E25D1575C}" destId="{06588300-6A04-A046-A194-FE5B89E9AED9}" srcOrd="2" destOrd="0" presId="urn:microsoft.com/office/officeart/2008/layout/LinedList"/>
    <dgm:cxn modelId="{316A7DF1-8091-8848-B6EC-28203C4B0DCC}" type="presParOf" srcId="{DDA99526-B10A-B84D-A73C-1D2E25D1575C}" destId="{D267BE7B-41F9-4C4A-8374-1A3ED8C2CE9F}" srcOrd="3" destOrd="0" presId="urn:microsoft.com/office/officeart/2008/layout/LinedList"/>
    <dgm:cxn modelId="{D230D1CD-0CC0-6548-9204-BBBACBE86B1C}" type="presParOf" srcId="{D267BE7B-41F9-4C4A-8374-1A3ED8C2CE9F}" destId="{F9722B07-C011-8A4E-85B1-4D9D331F8C69}" srcOrd="0" destOrd="0" presId="urn:microsoft.com/office/officeart/2008/layout/LinedList"/>
    <dgm:cxn modelId="{3284EED2-9E7F-524F-B54B-5DDDCC9445D2}" type="presParOf" srcId="{D267BE7B-41F9-4C4A-8374-1A3ED8C2CE9F}" destId="{D2E614C5-C19B-AD41-A26D-CAB244E1A923}" srcOrd="1" destOrd="0" presId="urn:microsoft.com/office/officeart/2008/layout/LinedList"/>
    <dgm:cxn modelId="{5D81241A-E22C-714A-94BC-09F3E2937EEE}" type="presParOf" srcId="{DDA99526-B10A-B84D-A73C-1D2E25D1575C}" destId="{BDA91542-D6D8-ED42-9E91-7A2C004F9AAB}" srcOrd="4" destOrd="0" presId="urn:microsoft.com/office/officeart/2008/layout/LinedList"/>
    <dgm:cxn modelId="{730763FC-D7BA-5B49-9E63-0934F8D455E9}" type="presParOf" srcId="{DDA99526-B10A-B84D-A73C-1D2E25D1575C}" destId="{A1BCBEE2-B318-0746-AF45-1C1D1EACC13A}" srcOrd="5" destOrd="0" presId="urn:microsoft.com/office/officeart/2008/layout/LinedList"/>
    <dgm:cxn modelId="{C5A4F052-4E74-B242-8569-BAE080F21865}" type="presParOf" srcId="{A1BCBEE2-B318-0746-AF45-1C1D1EACC13A}" destId="{6BD06CF3-DE1F-3B42-91CA-D316676D2955}" srcOrd="0" destOrd="0" presId="urn:microsoft.com/office/officeart/2008/layout/LinedList"/>
    <dgm:cxn modelId="{A36A04B8-0C4C-6A4A-AB41-B760F324A7FA}" type="presParOf" srcId="{A1BCBEE2-B318-0746-AF45-1C1D1EACC13A}" destId="{F0B9D38F-21F8-0F46-BA62-286D94F856F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AF856F1-0652-4584-8F48-37E20AD86D6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7339D71-B615-4BBA-9AAB-3530B1F8210B}">
      <dgm:prSet/>
      <dgm:spPr/>
      <dgm:t>
        <a:bodyPr/>
        <a:lstStyle/>
        <a:p>
          <a:r>
            <a:rPr lang="en-US"/>
            <a:t>• Class imbalance</a:t>
          </a:r>
        </a:p>
      </dgm:t>
    </dgm:pt>
    <dgm:pt modelId="{91C975B5-4EB0-4B17-B047-F846669FFFC2}" type="parTrans" cxnId="{CE79A0C0-E28C-4E80-8533-FC1DC0B4124F}">
      <dgm:prSet/>
      <dgm:spPr/>
      <dgm:t>
        <a:bodyPr/>
        <a:lstStyle/>
        <a:p>
          <a:endParaRPr lang="en-US"/>
        </a:p>
      </dgm:t>
    </dgm:pt>
    <dgm:pt modelId="{6343BC4D-A9B6-46CF-BDEF-F8FC0073E1BF}" type="sibTrans" cxnId="{CE79A0C0-E28C-4E80-8533-FC1DC0B4124F}">
      <dgm:prSet/>
      <dgm:spPr/>
      <dgm:t>
        <a:bodyPr/>
        <a:lstStyle/>
        <a:p>
          <a:endParaRPr lang="en-US"/>
        </a:p>
      </dgm:t>
    </dgm:pt>
    <dgm:pt modelId="{BC93CFD7-5413-4F45-B63B-E9604BF36D9E}">
      <dgm:prSet/>
      <dgm:spPr/>
      <dgm:t>
        <a:bodyPr/>
        <a:lstStyle/>
        <a:p>
          <a:r>
            <a:rPr lang="en-US"/>
            <a:t>• Only one provider dataset</a:t>
          </a:r>
        </a:p>
      </dgm:t>
    </dgm:pt>
    <dgm:pt modelId="{37887180-033F-407F-992E-CEEF2EA78814}" type="parTrans" cxnId="{71BD0F6C-9FF6-4AA9-9DCE-ACD3FDAC5C0D}">
      <dgm:prSet/>
      <dgm:spPr/>
      <dgm:t>
        <a:bodyPr/>
        <a:lstStyle/>
        <a:p>
          <a:endParaRPr lang="en-US"/>
        </a:p>
      </dgm:t>
    </dgm:pt>
    <dgm:pt modelId="{EED22E74-3A10-4A08-9E94-E88A5C982DC6}" type="sibTrans" cxnId="{71BD0F6C-9FF6-4AA9-9DCE-ACD3FDAC5C0D}">
      <dgm:prSet/>
      <dgm:spPr/>
      <dgm:t>
        <a:bodyPr/>
        <a:lstStyle/>
        <a:p>
          <a:endParaRPr lang="en-US"/>
        </a:p>
      </dgm:t>
    </dgm:pt>
    <dgm:pt modelId="{36C96C13-595D-45FD-AA5F-5F4B9A957F13}">
      <dgm:prSet/>
      <dgm:spPr/>
      <dgm:t>
        <a:bodyPr/>
        <a:lstStyle/>
        <a:p>
          <a:r>
            <a:rPr lang="en-US"/>
            <a:t>Future:</a:t>
          </a:r>
        </a:p>
      </dgm:t>
    </dgm:pt>
    <dgm:pt modelId="{41500C1F-AD8A-4AB7-BFFE-06C74A55A9FF}" type="parTrans" cxnId="{2963BC3F-00B9-424A-B58F-14F4AFB08D44}">
      <dgm:prSet/>
      <dgm:spPr/>
      <dgm:t>
        <a:bodyPr/>
        <a:lstStyle/>
        <a:p>
          <a:endParaRPr lang="en-US"/>
        </a:p>
      </dgm:t>
    </dgm:pt>
    <dgm:pt modelId="{000945C3-3B2C-4F0E-8EFD-339D02722E4C}" type="sibTrans" cxnId="{2963BC3F-00B9-424A-B58F-14F4AFB08D44}">
      <dgm:prSet/>
      <dgm:spPr/>
      <dgm:t>
        <a:bodyPr/>
        <a:lstStyle/>
        <a:p>
          <a:endParaRPr lang="en-US"/>
        </a:p>
      </dgm:t>
    </dgm:pt>
    <dgm:pt modelId="{D4E9EC0C-B40F-476F-9A9E-89A5637D0526}">
      <dgm:prSet/>
      <dgm:spPr/>
      <dgm:t>
        <a:bodyPr/>
        <a:lstStyle/>
        <a:p>
          <a:r>
            <a:rPr lang="en-US"/>
            <a:t>• XGBoost/LightGBM</a:t>
          </a:r>
        </a:p>
      </dgm:t>
    </dgm:pt>
    <dgm:pt modelId="{A5D05524-8BA8-439F-903E-827F95977B74}" type="parTrans" cxnId="{F55AAF22-B7F0-4851-A16B-F4D372729081}">
      <dgm:prSet/>
      <dgm:spPr/>
      <dgm:t>
        <a:bodyPr/>
        <a:lstStyle/>
        <a:p>
          <a:endParaRPr lang="en-US"/>
        </a:p>
      </dgm:t>
    </dgm:pt>
    <dgm:pt modelId="{844366BB-4D23-4E34-8B8B-46B58A4F5371}" type="sibTrans" cxnId="{F55AAF22-B7F0-4851-A16B-F4D372729081}">
      <dgm:prSet/>
      <dgm:spPr/>
      <dgm:t>
        <a:bodyPr/>
        <a:lstStyle/>
        <a:p>
          <a:endParaRPr lang="en-US"/>
        </a:p>
      </dgm:t>
    </dgm:pt>
    <dgm:pt modelId="{06114720-598E-4703-A5A0-A21101A55E79}">
      <dgm:prSet/>
      <dgm:spPr/>
      <dgm:t>
        <a:bodyPr/>
        <a:lstStyle/>
        <a:p>
          <a:r>
            <a:rPr lang="en-US"/>
            <a:t>• Cost-sensitive models</a:t>
          </a:r>
        </a:p>
      </dgm:t>
    </dgm:pt>
    <dgm:pt modelId="{198CB2E4-E8AB-4E55-BF90-38907180143B}" type="parTrans" cxnId="{F2931A19-667D-47D9-8522-CFAB54871A96}">
      <dgm:prSet/>
      <dgm:spPr/>
      <dgm:t>
        <a:bodyPr/>
        <a:lstStyle/>
        <a:p>
          <a:endParaRPr lang="en-US"/>
        </a:p>
      </dgm:t>
    </dgm:pt>
    <dgm:pt modelId="{E79A3777-1E16-485E-8EE1-76D4A86CB957}" type="sibTrans" cxnId="{F2931A19-667D-47D9-8522-CFAB54871A96}">
      <dgm:prSet/>
      <dgm:spPr/>
      <dgm:t>
        <a:bodyPr/>
        <a:lstStyle/>
        <a:p>
          <a:endParaRPr lang="en-US"/>
        </a:p>
      </dgm:t>
    </dgm:pt>
    <dgm:pt modelId="{C0EFAA2D-EAD5-40AD-8D38-FD94B1BA2FC5}">
      <dgm:prSet/>
      <dgm:spPr/>
      <dgm:t>
        <a:bodyPr/>
        <a:lstStyle/>
        <a:p>
          <a:r>
            <a:rPr lang="en-US"/>
            <a:t>• Ensemble stacking</a:t>
          </a:r>
        </a:p>
      </dgm:t>
    </dgm:pt>
    <dgm:pt modelId="{012B302A-721E-450C-8B53-40F21DBFD463}" type="parTrans" cxnId="{355866FD-1991-47CA-8ACA-5274CB7E43B4}">
      <dgm:prSet/>
      <dgm:spPr/>
      <dgm:t>
        <a:bodyPr/>
        <a:lstStyle/>
        <a:p>
          <a:endParaRPr lang="en-US"/>
        </a:p>
      </dgm:t>
    </dgm:pt>
    <dgm:pt modelId="{FCD6070D-2CEB-4D42-A108-7EAAD8CB660F}" type="sibTrans" cxnId="{355866FD-1991-47CA-8ACA-5274CB7E43B4}">
      <dgm:prSet/>
      <dgm:spPr/>
      <dgm:t>
        <a:bodyPr/>
        <a:lstStyle/>
        <a:p>
          <a:endParaRPr lang="en-US"/>
        </a:p>
      </dgm:t>
    </dgm:pt>
    <dgm:pt modelId="{AC863749-2083-48EE-B3F9-87B2ADFAE59A}" type="pres">
      <dgm:prSet presAssocID="{1AF856F1-0652-4584-8F48-37E20AD86D68}" presName="root" presStyleCnt="0">
        <dgm:presLayoutVars>
          <dgm:dir/>
          <dgm:resizeHandles val="exact"/>
        </dgm:presLayoutVars>
      </dgm:prSet>
      <dgm:spPr/>
    </dgm:pt>
    <dgm:pt modelId="{D2003632-B34D-4233-A4F0-49C64DB4346F}" type="pres">
      <dgm:prSet presAssocID="{D7339D71-B615-4BBA-9AAB-3530B1F8210B}" presName="compNode" presStyleCnt="0"/>
      <dgm:spPr/>
    </dgm:pt>
    <dgm:pt modelId="{4DE1D646-FB36-4D5E-9783-71878C43A1EE}" type="pres">
      <dgm:prSet presAssocID="{D7339D71-B615-4BBA-9AAB-3530B1F8210B}" presName="bgRect" presStyleLbl="bgShp" presStyleIdx="0" presStyleCnt="6"/>
      <dgm:spPr/>
    </dgm:pt>
    <dgm:pt modelId="{B8091D04-624C-41AA-9293-A3DCD0A17E61}" type="pres">
      <dgm:prSet presAssocID="{D7339D71-B615-4BBA-9AAB-3530B1F8210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9463E9A2-A335-496C-8420-3FD82E43A6E7}" type="pres">
      <dgm:prSet presAssocID="{D7339D71-B615-4BBA-9AAB-3530B1F8210B}" presName="spaceRect" presStyleCnt="0"/>
      <dgm:spPr/>
    </dgm:pt>
    <dgm:pt modelId="{0AD035CC-E6CE-4187-AF65-2556F61529A8}" type="pres">
      <dgm:prSet presAssocID="{D7339D71-B615-4BBA-9AAB-3530B1F8210B}" presName="parTx" presStyleLbl="revTx" presStyleIdx="0" presStyleCnt="6">
        <dgm:presLayoutVars>
          <dgm:chMax val="0"/>
          <dgm:chPref val="0"/>
        </dgm:presLayoutVars>
      </dgm:prSet>
      <dgm:spPr/>
    </dgm:pt>
    <dgm:pt modelId="{9A67C3C3-A187-43FF-9DDC-1A17AB34DB57}" type="pres">
      <dgm:prSet presAssocID="{6343BC4D-A9B6-46CF-BDEF-F8FC0073E1BF}" presName="sibTrans" presStyleCnt="0"/>
      <dgm:spPr/>
    </dgm:pt>
    <dgm:pt modelId="{03F477D9-4927-4406-8285-379366162191}" type="pres">
      <dgm:prSet presAssocID="{BC93CFD7-5413-4F45-B63B-E9604BF36D9E}" presName="compNode" presStyleCnt="0"/>
      <dgm:spPr/>
    </dgm:pt>
    <dgm:pt modelId="{E72B66DA-7499-4953-9B98-1413A4312D0C}" type="pres">
      <dgm:prSet presAssocID="{BC93CFD7-5413-4F45-B63B-E9604BF36D9E}" presName="bgRect" presStyleLbl="bgShp" presStyleIdx="1" presStyleCnt="6"/>
      <dgm:spPr/>
    </dgm:pt>
    <dgm:pt modelId="{DFA98140-ECD5-4E4B-86F0-65AB5AC2BF1D}" type="pres">
      <dgm:prSet presAssocID="{BC93CFD7-5413-4F45-B63B-E9604BF36D9E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86E27CC-8EC1-4B53-B2DA-E257B53BD60E}" type="pres">
      <dgm:prSet presAssocID="{BC93CFD7-5413-4F45-B63B-E9604BF36D9E}" presName="spaceRect" presStyleCnt="0"/>
      <dgm:spPr/>
    </dgm:pt>
    <dgm:pt modelId="{130304F7-6805-4FCD-842E-F593A7531F50}" type="pres">
      <dgm:prSet presAssocID="{BC93CFD7-5413-4F45-B63B-E9604BF36D9E}" presName="parTx" presStyleLbl="revTx" presStyleIdx="1" presStyleCnt="6">
        <dgm:presLayoutVars>
          <dgm:chMax val="0"/>
          <dgm:chPref val="0"/>
        </dgm:presLayoutVars>
      </dgm:prSet>
      <dgm:spPr/>
    </dgm:pt>
    <dgm:pt modelId="{883DDFD5-8BDA-4CBC-B24E-879CA1678F58}" type="pres">
      <dgm:prSet presAssocID="{EED22E74-3A10-4A08-9E94-E88A5C982DC6}" presName="sibTrans" presStyleCnt="0"/>
      <dgm:spPr/>
    </dgm:pt>
    <dgm:pt modelId="{EBD982C6-E7FA-4573-AF32-2AD338C701B4}" type="pres">
      <dgm:prSet presAssocID="{36C96C13-595D-45FD-AA5F-5F4B9A957F13}" presName="compNode" presStyleCnt="0"/>
      <dgm:spPr/>
    </dgm:pt>
    <dgm:pt modelId="{C2C55FEE-A9B5-47EB-A7C0-918B36979D47}" type="pres">
      <dgm:prSet presAssocID="{36C96C13-595D-45FD-AA5F-5F4B9A957F13}" presName="bgRect" presStyleLbl="bgShp" presStyleIdx="2" presStyleCnt="6"/>
      <dgm:spPr/>
    </dgm:pt>
    <dgm:pt modelId="{AE3B9599-2BE4-4B8A-8CE5-D5B40F87E1A6}" type="pres">
      <dgm:prSet presAssocID="{36C96C13-595D-45FD-AA5F-5F4B9A957F13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2A6E8BE3-C545-4153-A4C5-31FBC12B692D}" type="pres">
      <dgm:prSet presAssocID="{36C96C13-595D-45FD-AA5F-5F4B9A957F13}" presName="spaceRect" presStyleCnt="0"/>
      <dgm:spPr/>
    </dgm:pt>
    <dgm:pt modelId="{8BB473B4-5547-4B8A-8E57-BBC667D52DEB}" type="pres">
      <dgm:prSet presAssocID="{36C96C13-595D-45FD-AA5F-5F4B9A957F13}" presName="parTx" presStyleLbl="revTx" presStyleIdx="2" presStyleCnt="6">
        <dgm:presLayoutVars>
          <dgm:chMax val="0"/>
          <dgm:chPref val="0"/>
        </dgm:presLayoutVars>
      </dgm:prSet>
      <dgm:spPr/>
    </dgm:pt>
    <dgm:pt modelId="{3D736AF7-7E76-4BF8-970A-6333235C14D5}" type="pres">
      <dgm:prSet presAssocID="{000945C3-3B2C-4F0E-8EFD-339D02722E4C}" presName="sibTrans" presStyleCnt="0"/>
      <dgm:spPr/>
    </dgm:pt>
    <dgm:pt modelId="{046E8452-A5C7-4E76-BD23-8FD26CA5C3C8}" type="pres">
      <dgm:prSet presAssocID="{D4E9EC0C-B40F-476F-9A9E-89A5637D0526}" presName="compNode" presStyleCnt="0"/>
      <dgm:spPr/>
    </dgm:pt>
    <dgm:pt modelId="{60253A88-BA25-4CD0-B555-2C09256E1ACB}" type="pres">
      <dgm:prSet presAssocID="{D4E9EC0C-B40F-476F-9A9E-89A5637D0526}" presName="bgRect" presStyleLbl="bgShp" presStyleIdx="3" presStyleCnt="6"/>
      <dgm:spPr/>
    </dgm:pt>
    <dgm:pt modelId="{3690940B-C1A7-4C76-AD26-8F72563F12B1}" type="pres">
      <dgm:prSet presAssocID="{D4E9EC0C-B40F-476F-9A9E-89A5637D0526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5F5EE34E-3051-4AD4-8BB3-7E2AA2DB6E83}" type="pres">
      <dgm:prSet presAssocID="{D4E9EC0C-B40F-476F-9A9E-89A5637D0526}" presName="spaceRect" presStyleCnt="0"/>
      <dgm:spPr/>
    </dgm:pt>
    <dgm:pt modelId="{4D6FA2E1-F3EE-4886-A0F3-B7A70FBCAF21}" type="pres">
      <dgm:prSet presAssocID="{D4E9EC0C-B40F-476F-9A9E-89A5637D0526}" presName="parTx" presStyleLbl="revTx" presStyleIdx="3" presStyleCnt="6">
        <dgm:presLayoutVars>
          <dgm:chMax val="0"/>
          <dgm:chPref val="0"/>
        </dgm:presLayoutVars>
      </dgm:prSet>
      <dgm:spPr/>
    </dgm:pt>
    <dgm:pt modelId="{A6A0435D-2836-48A5-BA24-7819CF6EEDA3}" type="pres">
      <dgm:prSet presAssocID="{844366BB-4D23-4E34-8B8B-46B58A4F5371}" presName="sibTrans" presStyleCnt="0"/>
      <dgm:spPr/>
    </dgm:pt>
    <dgm:pt modelId="{8B79B158-C5FB-4D4C-9A6F-3B7268268D6D}" type="pres">
      <dgm:prSet presAssocID="{06114720-598E-4703-A5A0-A21101A55E79}" presName="compNode" presStyleCnt="0"/>
      <dgm:spPr/>
    </dgm:pt>
    <dgm:pt modelId="{6AA7A471-B503-417A-9372-F19466AC4961}" type="pres">
      <dgm:prSet presAssocID="{06114720-598E-4703-A5A0-A21101A55E79}" presName="bgRect" presStyleLbl="bgShp" presStyleIdx="4" presStyleCnt="6"/>
      <dgm:spPr/>
    </dgm:pt>
    <dgm:pt modelId="{5917D04E-2D5B-4A99-9B06-853C562DCBEB}" type="pres">
      <dgm:prSet presAssocID="{06114720-598E-4703-A5A0-A21101A55E79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uro"/>
        </a:ext>
      </dgm:extLst>
    </dgm:pt>
    <dgm:pt modelId="{38B7431A-C5F7-49AA-92EC-B4568D1BEBFA}" type="pres">
      <dgm:prSet presAssocID="{06114720-598E-4703-A5A0-A21101A55E79}" presName="spaceRect" presStyleCnt="0"/>
      <dgm:spPr/>
    </dgm:pt>
    <dgm:pt modelId="{7E0D5A88-0677-490F-AE7F-D994A5852B32}" type="pres">
      <dgm:prSet presAssocID="{06114720-598E-4703-A5A0-A21101A55E79}" presName="parTx" presStyleLbl="revTx" presStyleIdx="4" presStyleCnt="6">
        <dgm:presLayoutVars>
          <dgm:chMax val="0"/>
          <dgm:chPref val="0"/>
        </dgm:presLayoutVars>
      </dgm:prSet>
      <dgm:spPr/>
    </dgm:pt>
    <dgm:pt modelId="{252B4D66-ABF6-4105-B1B7-01F86E5D9A7F}" type="pres">
      <dgm:prSet presAssocID="{E79A3777-1E16-485E-8EE1-76D4A86CB957}" presName="sibTrans" presStyleCnt="0"/>
      <dgm:spPr/>
    </dgm:pt>
    <dgm:pt modelId="{0F9563B2-885B-414D-B7AC-ABFF2E05C6D8}" type="pres">
      <dgm:prSet presAssocID="{C0EFAA2D-EAD5-40AD-8D38-FD94B1BA2FC5}" presName="compNode" presStyleCnt="0"/>
      <dgm:spPr/>
    </dgm:pt>
    <dgm:pt modelId="{FCE017EE-CB56-4D62-A227-1B14397126C1}" type="pres">
      <dgm:prSet presAssocID="{C0EFAA2D-EAD5-40AD-8D38-FD94B1BA2FC5}" presName="bgRect" presStyleLbl="bgShp" presStyleIdx="5" presStyleCnt="6"/>
      <dgm:spPr/>
    </dgm:pt>
    <dgm:pt modelId="{4CE1F03E-8F39-47A0-9D22-65149805F2F3}" type="pres">
      <dgm:prSet presAssocID="{C0EFAA2D-EAD5-40AD-8D38-FD94B1BA2FC5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ductor"/>
        </a:ext>
      </dgm:extLst>
    </dgm:pt>
    <dgm:pt modelId="{C12638D4-DE6E-48F2-B0D7-65E7D65F497A}" type="pres">
      <dgm:prSet presAssocID="{C0EFAA2D-EAD5-40AD-8D38-FD94B1BA2FC5}" presName="spaceRect" presStyleCnt="0"/>
      <dgm:spPr/>
    </dgm:pt>
    <dgm:pt modelId="{59C83658-9135-4BA8-90B3-443127F685DA}" type="pres">
      <dgm:prSet presAssocID="{C0EFAA2D-EAD5-40AD-8D38-FD94B1BA2FC5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F2931A19-667D-47D9-8522-CFAB54871A96}" srcId="{1AF856F1-0652-4584-8F48-37E20AD86D68}" destId="{06114720-598E-4703-A5A0-A21101A55E79}" srcOrd="4" destOrd="0" parTransId="{198CB2E4-E8AB-4E55-BF90-38907180143B}" sibTransId="{E79A3777-1E16-485E-8EE1-76D4A86CB957}"/>
    <dgm:cxn modelId="{F55AAF22-B7F0-4851-A16B-F4D372729081}" srcId="{1AF856F1-0652-4584-8F48-37E20AD86D68}" destId="{D4E9EC0C-B40F-476F-9A9E-89A5637D0526}" srcOrd="3" destOrd="0" parTransId="{A5D05524-8BA8-439F-903E-827F95977B74}" sibTransId="{844366BB-4D23-4E34-8B8B-46B58A4F5371}"/>
    <dgm:cxn modelId="{2963BC3F-00B9-424A-B58F-14F4AFB08D44}" srcId="{1AF856F1-0652-4584-8F48-37E20AD86D68}" destId="{36C96C13-595D-45FD-AA5F-5F4B9A957F13}" srcOrd="2" destOrd="0" parTransId="{41500C1F-AD8A-4AB7-BFFE-06C74A55A9FF}" sibTransId="{000945C3-3B2C-4F0E-8EFD-339D02722E4C}"/>
    <dgm:cxn modelId="{9E534265-138D-4B9C-B760-76155121685F}" type="presOf" srcId="{D7339D71-B615-4BBA-9AAB-3530B1F8210B}" destId="{0AD035CC-E6CE-4187-AF65-2556F61529A8}" srcOrd="0" destOrd="0" presId="urn:microsoft.com/office/officeart/2018/2/layout/IconVerticalSolidList"/>
    <dgm:cxn modelId="{C04B2A69-6D4A-4D8F-AC3E-A1A34A991B26}" type="presOf" srcId="{C0EFAA2D-EAD5-40AD-8D38-FD94B1BA2FC5}" destId="{59C83658-9135-4BA8-90B3-443127F685DA}" srcOrd="0" destOrd="0" presId="urn:microsoft.com/office/officeart/2018/2/layout/IconVerticalSolidList"/>
    <dgm:cxn modelId="{71BD0F6C-9FF6-4AA9-9DCE-ACD3FDAC5C0D}" srcId="{1AF856F1-0652-4584-8F48-37E20AD86D68}" destId="{BC93CFD7-5413-4F45-B63B-E9604BF36D9E}" srcOrd="1" destOrd="0" parTransId="{37887180-033F-407F-992E-CEEF2EA78814}" sibTransId="{EED22E74-3A10-4A08-9E94-E88A5C982DC6}"/>
    <dgm:cxn modelId="{291E6FAF-90C7-46E6-B11D-8D15E0B0C094}" type="presOf" srcId="{06114720-598E-4703-A5A0-A21101A55E79}" destId="{7E0D5A88-0677-490F-AE7F-D994A5852B32}" srcOrd="0" destOrd="0" presId="urn:microsoft.com/office/officeart/2018/2/layout/IconVerticalSolidList"/>
    <dgm:cxn modelId="{29C941C0-681C-42E6-8CE8-79FA08AF2600}" type="presOf" srcId="{D4E9EC0C-B40F-476F-9A9E-89A5637D0526}" destId="{4D6FA2E1-F3EE-4886-A0F3-B7A70FBCAF21}" srcOrd="0" destOrd="0" presId="urn:microsoft.com/office/officeart/2018/2/layout/IconVerticalSolidList"/>
    <dgm:cxn modelId="{CE79A0C0-E28C-4E80-8533-FC1DC0B4124F}" srcId="{1AF856F1-0652-4584-8F48-37E20AD86D68}" destId="{D7339D71-B615-4BBA-9AAB-3530B1F8210B}" srcOrd="0" destOrd="0" parTransId="{91C975B5-4EB0-4B17-B047-F846669FFFC2}" sibTransId="{6343BC4D-A9B6-46CF-BDEF-F8FC0073E1BF}"/>
    <dgm:cxn modelId="{6AF176D0-D412-46BE-ADA8-287C7290E3F0}" type="presOf" srcId="{1AF856F1-0652-4584-8F48-37E20AD86D68}" destId="{AC863749-2083-48EE-B3F9-87B2ADFAE59A}" srcOrd="0" destOrd="0" presId="urn:microsoft.com/office/officeart/2018/2/layout/IconVerticalSolidList"/>
    <dgm:cxn modelId="{5AC1A6DB-77E2-439D-93DB-B05AEDD70488}" type="presOf" srcId="{36C96C13-595D-45FD-AA5F-5F4B9A957F13}" destId="{8BB473B4-5547-4B8A-8E57-BBC667D52DEB}" srcOrd="0" destOrd="0" presId="urn:microsoft.com/office/officeart/2018/2/layout/IconVerticalSolidList"/>
    <dgm:cxn modelId="{6ED418FA-7F52-44B9-AB8E-37CE4610891F}" type="presOf" srcId="{BC93CFD7-5413-4F45-B63B-E9604BF36D9E}" destId="{130304F7-6805-4FCD-842E-F593A7531F50}" srcOrd="0" destOrd="0" presId="urn:microsoft.com/office/officeart/2018/2/layout/IconVerticalSolidList"/>
    <dgm:cxn modelId="{355866FD-1991-47CA-8ACA-5274CB7E43B4}" srcId="{1AF856F1-0652-4584-8F48-37E20AD86D68}" destId="{C0EFAA2D-EAD5-40AD-8D38-FD94B1BA2FC5}" srcOrd="5" destOrd="0" parTransId="{012B302A-721E-450C-8B53-40F21DBFD463}" sibTransId="{FCD6070D-2CEB-4D42-A108-7EAAD8CB660F}"/>
    <dgm:cxn modelId="{4C0A0BCA-31CC-4BA6-BD3E-DACDEC6C7877}" type="presParOf" srcId="{AC863749-2083-48EE-B3F9-87B2ADFAE59A}" destId="{D2003632-B34D-4233-A4F0-49C64DB4346F}" srcOrd="0" destOrd="0" presId="urn:microsoft.com/office/officeart/2018/2/layout/IconVerticalSolidList"/>
    <dgm:cxn modelId="{6C91D8D5-BFC8-4D63-888E-268AB3AACEC4}" type="presParOf" srcId="{D2003632-B34D-4233-A4F0-49C64DB4346F}" destId="{4DE1D646-FB36-4D5E-9783-71878C43A1EE}" srcOrd="0" destOrd="0" presId="urn:microsoft.com/office/officeart/2018/2/layout/IconVerticalSolidList"/>
    <dgm:cxn modelId="{31250587-5962-49D2-84B4-AD53E8EF3641}" type="presParOf" srcId="{D2003632-B34D-4233-A4F0-49C64DB4346F}" destId="{B8091D04-624C-41AA-9293-A3DCD0A17E61}" srcOrd="1" destOrd="0" presId="urn:microsoft.com/office/officeart/2018/2/layout/IconVerticalSolidList"/>
    <dgm:cxn modelId="{B1E2BCD2-2B85-44CA-9307-2D81209A424D}" type="presParOf" srcId="{D2003632-B34D-4233-A4F0-49C64DB4346F}" destId="{9463E9A2-A335-496C-8420-3FD82E43A6E7}" srcOrd="2" destOrd="0" presId="urn:microsoft.com/office/officeart/2018/2/layout/IconVerticalSolidList"/>
    <dgm:cxn modelId="{FC166F11-F0B3-4EF4-B75E-3F7E57C7A07F}" type="presParOf" srcId="{D2003632-B34D-4233-A4F0-49C64DB4346F}" destId="{0AD035CC-E6CE-4187-AF65-2556F61529A8}" srcOrd="3" destOrd="0" presId="urn:microsoft.com/office/officeart/2018/2/layout/IconVerticalSolidList"/>
    <dgm:cxn modelId="{13AB9701-BE62-459E-B305-6655E21B5A82}" type="presParOf" srcId="{AC863749-2083-48EE-B3F9-87B2ADFAE59A}" destId="{9A67C3C3-A187-43FF-9DDC-1A17AB34DB57}" srcOrd="1" destOrd="0" presId="urn:microsoft.com/office/officeart/2018/2/layout/IconVerticalSolidList"/>
    <dgm:cxn modelId="{9B764AE3-EADF-4D48-86FE-28FFF0492510}" type="presParOf" srcId="{AC863749-2083-48EE-B3F9-87B2ADFAE59A}" destId="{03F477D9-4927-4406-8285-379366162191}" srcOrd="2" destOrd="0" presId="urn:microsoft.com/office/officeart/2018/2/layout/IconVerticalSolidList"/>
    <dgm:cxn modelId="{701B25DE-2107-4903-BBD8-28A22CAA328B}" type="presParOf" srcId="{03F477D9-4927-4406-8285-379366162191}" destId="{E72B66DA-7499-4953-9B98-1413A4312D0C}" srcOrd="0" destOrd="0" presId="urn:microsoft.com/office/officeart/2018/2/layout/IconVerticalSolidList"/>
    <dgm:cxn modelId="{DC87166C-6C99-4FF7-8CDE-D5968A35A455}" type="presParOf" srcId="{03F477D9-4927-4406-8285-379366162191}" destId="{DFA98140-ECD5-4E4B-86F0-65AB5AC2BF1D}" srcOrd="1" destOrd="0" presId="urn:microsoft.com/office/officeart/2018/2/layout/IconVerticalSolidList"/>
    <dgm:cxn modelId="{8FD560FD-98C2-4711-BEE0-92219ECE72C7}" type="presParOf" srcId="{03F477D9-4927-4406-8285-379366162191}" destId="{C86E27CC-8EC1-4B53-B2DA-E257B53BD60E}" srcOrd="2" destOrd="0" presId="urn:microsoft.com/office/officeart/2018/2/layout/IconVerticalSolidList"/>
    <dgm:cxn modelId="{B15EA790-F6FC-47AC-AF1A-C127CDF22C5B}" type="presParOf" srcId="{03F477D9-4927-4406-8285-379366162191}" destId="{130304F7-6805-4FCD-842E-F593A7531F50}" srcOrd="3" destOrd="0" presId="urn:microsoft.com/office/officeart/2018/2/layout/IconVerticalSolidList"/>
    <dgm:cxn modelId="{F9A65C63-48C8-4FE9-B9F0-4307A40023C7}" type="presParOf" srcId="{AC863749-2083-48EE-B3F9-87B2ADFAE59A}" destId="{883DDFD5-8BDA-4CBC-B24E-879CA1678F58}" srcOrd="3" destOrd="0" presId="urn:microsoft.com/office/officeart/2018/2/layout/IconVerticalSolidList"/>
    <dgm:cxn modelId="{2436E27E-BD57-43C1-A8C2-EEBB4F1BA01C}" type="presParOf" srcId="{AC863749-2083-48EE-B3F9-87B2ADFAE59A}" destId="{EBD982C6-E7FA-4573-AF32-2AD338C701B4}" srcOrd="4" destOrd="0" presId="urn:microsoft.com/office/officeart/2018/2/layout/IconVerticalSolidList"/>
    <dgm:cxn modelId="{3812A64E-3C6C-4725-91C1-2F46439E2213}" type="presParOf" srcId="{EBD982C6-E7FA-4573-AF32-2AD338C701B4}" destId="{C2C55FEE-A9B5-47EB-A7C0-918B36979D47}" srcOrd="0" destOrd="0" presId="urn:microsoft.com/office/officeart/2018/2/layout/IconVerticalSolidList"/>
    <dgm:cxn modelId="{2522907B-A8CF-4A98-9C34-F94379A99A61}" type="presParOf" srcId="{EBD982C6-E7FA-4573-AF32-2AD338C701B4}" destId="{AE3B9599-2BE4-4B8A-8CE5-D5B40F87E1A6}" srcOrd="1" destOrd="0" presId="urn:microsoft.com/office/officeart/2018/2/layout/IconVerticalSolidList"/>
    <dgm:cxn modelId="{86E4DE06-427D-4E52-A3D0-47B0AF5AE38E}" type="presParOf" srcId="{EBD982C6-E7FA-4573-AF32-2AD338C701B4}" destId="{2A6E8BE3-C545-4153-A4C5-31FBC12B692D}" srcOrd="2" destOrd="0" presId="urn:microsoft.com/office/officeart/2018/2/layout/IconVerticalSolidList"/>
    <dgm:cxn modelId="{E5384A9C-51F3-44E6-8AD6-BD552BCA271B}" type="presParOf" srcId="{EBD982C6-E7FA-4573-AF32-2AD338C701B4}" destId="{8BB473B4-5547-4B8A-8E57-BBC667D52DEB}" srcOrd="3" destOrd="0" presId="urn:microsoft.com/office/officeart/2018/2/layout/IconVerticalSolidList"/>
    <dgm:cxn modelId="{9951DA47-066C-455C-87DB-D16EEDF61F6A}" type="presParOf" srcId="{AC863749-2083-48EE-B3F9-87B2ADFAE59A}" destId="{3D736AF7-7E76-4BF8-970A-6333235C14D5}" srcOrd="5" destOrd="0" presId="urn:microsoft.com/office/officeart/2018/2/layout/IconVerticalSolidList"/>
    <dgm:cxn modelId="{CFA91EA7-46AC-49A9-9801-1CA655564B88}" type="presParOf" srcId="{AC863749-2083-48EE-B3F9-87B2ADFAE59A}" destId="{046E8452-A5C7-4E76-BD23-8FD26CA5C3C8}" srcOrd="6" destOrd="0" presId="urn:microsoft.com/office/officeart/2018/2/layout/IconVerticalSolidList"/>
    <dgm:cxn modelId="{D881E023-DD01-4047-BCEB-142829105A22}" type="presParOf" srcId="{046E8452-A5C7-4E76-BD23-8FD26CA5C3C8}" destId="{60253A88-BA25-4CD0-B555-2C09256E1ACB}" srcOrd="0" destOrd="0" presId="urn:microsoft.com/office/officeart/2018/2/layout/IconVerticalSolidList"/>
    <dgm:cxn modelId="{0DBBF729-3B18-47A1-8285-DDDC34E197BA}" type="presParOf" srcId="{046E8452-A5C7-4E76-BD23-8FD26CA5C3C8}" destId="{3690940B-C1A7-4C76-AD26-8F72563F12B1}" srcOrd="1" destOrd="0" presId="urn:microsoft.com/office/officeart/2018/2/layout/IconVerticalSolidList"/>
    <dgm:cxn modelId="{54E4F39B-9735-4E9E-8FF1-34924D94E1BE}" type="presParOf" srcId="{046E8452-A5C7-4E76-BD23-8FD26CA5C3C8}" destId="{5F5EE34E-3051-4AD4-8BB3-7E2AA2DB6E83}" srcOrd="2" destOrd="0" presId="urn:microsoft.com/office/officeart/2018/2/layout/IconVerticalSolidList"/>
    <dgm:cxn modelId="{E50602D9-00BE-4EA8-8925-9B75477E5991}" type="presParOf" srcId="{046E8452-A5C7-4E76-BD23-8FD26CA5C3C8}" destId="{4D6FA2E1-F3EE-4886-A0F3-B7A70FBCAF21}" srcOrd="3" destOrd="0" presId="urn:microsoft.com/office/officeart/2018/2/layout/IconVerticalSolidList"/>
    <dgm:cxn modelId="{6E1239F9-970D-40A5-847F-2C4237E8D10D}" type="presParOf" srcId="{AC863749-2083-48EE-B3F9-87B2ADFAE59A}" destId="{A6A0435D-2836-48A5-BA24-7819CF6EEDA3}" srcOrd="7" destOrd="0" presId="urn:microsoft.com/office/officeart/2018/2/layout/IconVerticalSolidList"/>
    <dgm:cxn modelId="{0CEC027C-FBC2-4F5B-A808-143362DE0BE3}" type="presParOf" srcId="{AC863749-2083-48EE-B3F9-87B2ADFAE59A}" destId="{8B79B158-C5FB-4D4C-9A6F-3B7268268D6D}" srcOrd="8" destOrd="0" presId="urn:microsoft.com/office/officeart/2018/2/layout/IconVerticalSolidList"/>
    <dgm:cxn modelId="{C12B29C7-92D0-427E-BF6B-A92651FE79FA}" type="presParOf" srcId="{8B79B158-C5FB-4D4C-9A6F-3B7268268D6D}" destId="{6AA7A471-B503-417A-9372-F19466AC4961}" srcOrd="0" destOrd="0" presId="urn:microsoft.com/office/officeart/2018/2/layout/IconVerticalSolidList"/>
    <dgm:cxn modelId="{24101DE7-CBEC-437A-8BC1-FFCAC84BA13B}" type="presParOf" srcId="{8B79B158-C5FB-4D4C-9A6F-3B7268268D6D}" destId="{5917D04E-2D5B-4A99-9B06-853C562DCBEB}" srcOrd="1" destOrd="0" presId="urn:microsoft.com/office/officeart/2018/2/layout/IconVerticalSolidList"/>
    <dgm:cxn modelId="{4E762446-8AD0-47C8-9A94-DCF6EE0FB2C8}" type="presParOf" srcId="{8B79B158-C5FB-4D4C-9A6F-3B7268268D6D}" destId="{38B7431A-C5F7-49AA-92EC-B4568D1BEBFA}" srcOrd="2" destOrd="0" presId="urn:microsoft.com/office/officeart/2018/2/layout/IconVerticalSolidList"/>
    <dgm:cxn modelId="{6A3440BF-95C7-4678-B90D-294491ACE185}" type="presParOf" srcId="{8B79B158-C5FB-4D4C-9A6F-3B7268268D6D}" destId="{7E0D5A88-0677-490F-AE7F-D994A5852B32}" srcOrd="3" destOrd="0" presId="urn:microsoft.com/office/officeart/2018/2/layout/IconVerticalSolidList"/>
    <dgm:cxn modelId="{43E57DC7-0CB8-469C-B4C4-0DD4D72CE8F1}" type="presParOf" srcId="{AC863749-2083-48EE-B3F9-87B2ADFAE59A}" destId="{252B4D66-ABF6-4105-B1B7-01F86E5D9A7F}" srcOrd="9" destOrd="0" presId="urn:microsoft.com/office/officeart/2018/2/layout/IconVerticalSolidList"/>
    <dgm:cxn modelId="{1C4E3566-E739-48BE-B5E6-C27BD04303EE}" type="presParOf" srcId="{AC863749-2083-48EE-B3F9-87B2ADFAE59A}" destId="{0F9563B2-885B-414D-B7AC-ABFF2E05C6D8}" srcOrd="10" destOrd="0" presId="urn:microsoft.com/office/officeart/2018/2/layout/IconVerticalSolidList"/>
    <dgm:cxn modelId="{87B31148-1AA0-45AC-8F4B-6CC8B1FD5342}" type="presParOf" srcId="{0F9563B2-885B-414D-B7AC-ABFF2E05C6D8}" destId="{FCE017EE-CB56-4D62-A227-1B14397126C1}" srcOrd="0" destOrd="0" presId="urn:microsoft.com/office/officeart/2018/2/layout/IconVerticalSolidList"/>
    <dgm:cxn modelId="{5BBE71D9-05A7-4ECA-80C7-8ABA99EE3AEF}" type="presParOf" srcId="{0F9563B2-885B-414D-B7AC-ABFF2E05C6D8}" destId="{4CE1F03E-8F39-47A0-9D22-65149805F2F3}" srcOrd="1" destOrd="0" presId="urn:microsoft.com/office/officeart/2018/2/layout/IconVerticalSolidList"/>
    <dgm:cxn modelId="{00228166-0A43-4990-8F7D-F1774152951C}" type="presParOf" srcId="{0F9563B2-885B-414D-B7AC-ABFF2E05C6D8}" destId="{C12638D4-DE6E-48F2-B0D7-65E7D65F497A}" srcOrd="2" destOrd="0" presId="urn:microsoft.com/office/officeart/2018/2/layout/IconVerticalSolidList"/>
    <dgm:cxn modelId="{7B6585C3-5CEA-4929-B3B8-CEB9640998AE}" type="presParOf" srcId="{0F9563B2-885B-414D-B7AC-ABFF2E05C6D8}" destId="{59C83658-9135-4BA8-90B3-443127F685D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6CC8BBB-B0D7-484A-8AA9-D727A0E7107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F729D9-AE03-444C-B87E-C6B5D9D90B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End‑to‑end churn pipeline built</a:t>
          </a:r>
        </a:p>
      </dgm:t>
    </dgm:pt>
    <dgm:pt modelId="{0E4B7A1F-34E4-40D6-ADD6-3A5ADB74EE7B}" type="parTrans" cxnId="{D980E4B6-ACCF-426E-8CB3-4BE6FAAF3383}">
      <dgm:prSet/>
      <dgm:spPr/>
      <dgm:t>
        <a:bodyPr/>
        <a:lstStyle/>
        <a:p>
          <a:endParaRPr lang="en-US"/>
        </a:p>
      </dgm:t>
    </dgm:pt>
    <dgm:pt modelId="{1CE0818C-935C-476E-96E2-859B56CBF303}" type="sibTrans" cxnId="{D980E4B6-ACCF-426E-8CB3-4BE6FAAF3383}">
      <dgm:prSet/>
      <dgm:spPr/>
      <dgm:t>
        <a:bodyPr/>
        <a:lstStyle/>
        <a:p>
          <a:endParaRPr lang="en-US"/>
        </a:p>
      </dgm:t>
    </dgm:pt>
    <dgm:pt modelId="{19DA8D7F-FE06-4EE2-B936-D140732F71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Random Forest is best overall</a:t>
          </a:r>
        </a:p>
      </dgm:t>
    </dgm:pt>
    <dgm:pt modelId="{EC03C95B-D549-4C10-BB42-DC259F4C886B}" type="parTrans" cxnId="{97C888CF-30D3-47D6-8584-081A3CF2B5E9}">
      <dgm:prSet/>
      <dgm:spPr/>
      <dgm:t>
        <a:bodyPr/>
        <a:lstStyle/>
        <a:p>
          <a:endParaRPr lang="en-US"/>
        </a:p>
      </dgm:t>
    </dgm:pt>
    <dgm:pt modelId="{25F64B89-375E-4BA0-9970-1F1944BDABBE}" type="sibTrans" cxnId="{97C888CF-30D3-47D6-8584-081A3CF2B5E9}">
      <dgm:prSet/>
      <dgm:spPr/>
      <dgm:t>
        <a:bodyPr/>
        <a:lstStyle/>
        <a:p>
          <a:endParaRPr lang="en-US"/>
        </a:p>
      </dgm:t>
    </dgm:pt>
    <dgm:pt modelId="{1DE3B479-554B-4876-AAE2-0FCC57E6C5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Practical for real retention systems</a:t>
          </a:r>
        </a:p>
      </dgm:t>
    </dgm:pt>
    <dgm:pt modelId="{F06F5606-9DD9-41AB-ADC8-CF005E9BF0B9}" type="parTrans" cxnId="{E3F7EA63-A1AA-4086-9C48-7AF0DBBF8081}">
      <dgm:prSet/>
      <dgm:spPr/>
      <dgm:t>
        <a:bodyPr/>
        <a:lstStyle/>
        <a:p>
          <a:endParaRPr lang="en-US"/>
        </a:p>
      </dgm:t>
    </dgm:pt>
    <dgm:pt modelId="{ECEEAF63-D336-400A-B737-F94DEAF90F57}" type="sibTrans" cxnId="{E3F7EA63-A1AA-4086-9C48-7AF0DBBF8081}">
      <dgm:prSet/>
      <dgm:spPr/>
      <dgm:t>
        <a:bodyPr/>
        <a:lstStyle/>
        <a:p>
          <a:endParaRPr lang="en-US"/>
        </a:p>
      </dgm:t>
    </dgm:pt>
    <dgm:pt modelId="{1E4BBDBC-F9D2-46B2-951A-856C759D844A}" type="pres">
      <dgm:prSet presAssocID="{E6CC8BBB-B0D7-484A-8AA9-D727A0E71072}" presName="root" presStyleCnt="0">
        <dgm:presLayoutVars>
          <dgm:dir/>
          <dgm:resizeHandles val="exact"/>
        </dgm:presLayoutVars>
      </dgm:prSet>
      <dgm:spPr/>
    </dgm:pt>
    <dgm:pt modelId="{E681D4A4-C17D-4873-9E7D-60BBE49FABF1}" type="pres">
      <dgm:prSet presAssocID="{D2F729D9-AE03-444C-B87E-C6B5D9D90B80}" presName="compNode" presStyleCnt="0"/>
      <dgm:spPr/>
    </dgm:pt>
    <dgm:pt modelId="{3877F2EC-80ED-4090-B917-1472192DF33A}" type="pres">
      <dgm:prSet presAssocID="{D2F729D9-AE03-444C-B87E-C6B5D9D90B80}" presName="bgRect" presStyleLbl="bgShp" presStyleIdx="0" presStyleCnt="3"/>
      <dgm:spPr/>
    </dgm:pt>
    <dgm:pt modelId="{15B8A6C6-900C-4E0E-B9A5-E338F2A882B5}" type="pres">
      <dgm:prSet presAssocID="{D2F729D9-AE03-444C-B87E-C6B5D9D90B8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79D562EF-E26E-4A2F-89AC-1BDB69DE27A5}" type="pres">
      <dgm:prSet presAssocID="{D2F729D9-AE03-444C-B87E-C6B5D9D90B80}" presName="spaceRect" presStyleCnt="0"/>
      <dgm:spPr/>
    </dgm:pt>
    <dgm:pt modelId="{8FC51898-AA53-4170-90AF-FDDD8232502D}" type="pres">
      <dgm:prSet presAssocID="{D2F729D9-AE03-444C-B87E-C6B5D9D90B80}" presName="parTx" presStyleLbl="revTx" presStyleIdx="0" presStyleCnt="3">
        <dgm:presLayoutVars>
          <dgm:chMax val="0"/>
          <dgm:chPref val="0"/>
        </dgm:presLayoutVars>
      </dgm:prSet>
      <dgm:spPr/>
    </dgm:pt>
    <dgm:pt modelId="{33EC2F9A-25A4-42BC-AE8E-8A5D09D0EEBC}" type="pres">
      <dgm:prSet presAssocID="{1CE0818C-935C-476E-96E2-859B56CBF303}" presName="sibTrans" presStyleCnt="0"/>
      <dgm:spPr/>
    </dgm:pt>
    <dgm:pt modelId="{B8969CCE-E170-4D08-8B42-EFBD29423C48}" type="pres">
      <dgm:prSet presAssocID="{19DA8D7F-FE06-4EE2-B936-D140732F7107}" presName="compNode" presStyleCnt="0"/>
      <dgm:spPr/>
    </dgm:pt>
    <dgm:pt modelId="{708808C9-2497-4376-8129-4910E476933B}" type="pres">
      <dgm:prSet presAssocID="{19DA8D7F-FE06-4EE2-B936-D140732F7107}" presName="bgRect" presStyleLbl="bgShp" presStyleIdx="1" presStyleCnt="3"/>
      <dgm:spPr/>
    </dgm:pt>
    <dgm:pt modelId="{4CE16220-DF10-48E8-8988-255957226592}" type="pres">
      <dgm:prSet presAssocID="{19DA8D7F-FE06-4EE2-B936-D140732F710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9045B999-1C7C-4AC5-9D22-08DBED83093B}" type="pres">
      <dgm:prSet presAssocID="{19DA8D7F-FE06-4EE2-B936-D140732F7107}" presName="spaceRect" presStyleCnt="0"/>
      <dgm:spPr/>
    </dgm:pt>
    <dgm:pt modelId="{F112B24E-A061-487A-B8B7-AA42DCEE7DDA}" type="pres">
      <dgm:prSet presAssocID="{19DA8D7F-FE06-4EE2-B936-D140732F7107}" presName="parTx" presStyleLbl="revTx" presStyleIdx="1" presStyleCnt="3">
        <dgm:presLayoutVars>
          <dgm:chMax val="0"/>
          <dgm:chPref val="0"/>
        </dgm:presLayoutVars>
      </dgm:prSet>
      <dgm:spPr/>
    </dgm:pt>
    <dgm:pt modelId="{973D4658-81E0-493C-A9EF-5323EC181AC2}" type="pres">
      <dgm:prSet presAssocID="{25F64B89-375E-4BA0-9970-1F1944BDABBE}" presName="sibTrans" presStyleCnt="0"/>
      <dgm:spPr/>
    </dgm:pt>
    <dgm:pt modelId="{7CE83FBF-229C-4995-93A2-B2C520B70843}" type="pres">
      <dgm:prSet presAssocID="{1DE3B479-554B-4876-AAE2-0FCC57E6C533}" presName="compNode" presStyleCnt="0"/>
      <dgm:spPr/>
    </dgm:pt>
    <dgm:pt modelId="{B84DFF4F-3804-4E5F-935C-9F66D857F2ED}" type="pres">
      <dgm:prSet presAssocID="{1DE3B479-554B-4876-AAE2-0FCC57E6C533}" presName="bgRect" presStyleLbl="bgShp" presStyleIdx="2" presStyleCnt="3"/>
      <dgm:spPr/>
    </dgm:pt>
    <dgm:pt modelId="{F286D9AE-D18A-4A7F-8421-3F932D6EA2E2}" type="pres">
      <dgm:prSet presAssocID="{1DE3B479-554B-4876-AAE2-0FCC57E6C53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F73A7463-BCBF-4BBA-AC47-BD31BE8AA1C8}" type="pres">
      <dgm:prSet presAssocID="{1DE3B479-554B-4876-AAE2-0FCC57E6C533}" presName="spaceRect" presStyleCnt="0"/>
      <dgm:spPr/>
    </dgm:pt>
    <dgm:pt modelId="{B2E11B8E-1084-4A5E-8F13-2D309C1F7456}" type="pres">
      <dgm:prSet presAssocID="{1DE3B479-554B-4876-AAE2-0FCC57E6C53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19B8021-2BD2-413F-81CA-042384149187}" type="presOf" srcId="{D2F729D9-AE03-444C-B87E-C6B5D9D90B80}" destId="{8FC51898-AA53-4170-90AF-FDDD8232502D}" srcOrd="0" destOrd="0" presId="urn:microsoft.com/office/officeart/2018/2/layout/IconVerticalSolidList"/>
    <dgm:cxn modelId="{E3F7EA63-A1AA-4086-9C48-7AF0DBBF8081}" srcId="{E6CC8BBB-B0D7-484A-8AA9-D727A0E71072}" destId="{1DE3B479-554B-4876-AAE2-0FCC57E6C533}" srcOrd="2" destOrd="0" parTransId="{F06F5606-9DD9-41AB-ADC8-CF005E9BF0B9}" sibTransId="{ECEEAF63-D336-400A-B737-F94DEAF90F57}"/>
    <dgm:cxn modelId="{E927389E-5900-4A2D-994C-216DF5ABB877}" type="presOf" srcId="{1DE3B479-554B-4876-AAE2-0FCC57E6C533}" destId="{B2E11B8E-1084-4A5E-8F13-2D309C1F7456}" srcOrd="0" destOrd="0" presId="urn:microsoft.com/office/officeart/2018/2/layout/IconVerticalSolidList"/>
    <dgm:cxn modelId="{D980E4B6-ACCF-426E-8CB3-4BE6FAAF3383}" srcId="{E6CC8BBB-B0D7-484A-8AA9-D727A0E71072}" destId="{D2F729D9-AE03-444C-B87E-C6B5D9D90B80}" srcOrd="0" destOrd="0" parTransId="{0E4B7A1F-34E4-40D6-ADD6-3A5ADB74EE7B}" sibTransId="{1CE0818C-935C-476E-96E2-859B56CBF303}"/>
    <dgm:cxn modelId="{97C888CF-30D3-47D6-8584-081A3CF2B5E9}" srcId="{E6CC8BBB-B0D7-484A-8AA9-D727A0E71072}" destId="{19DA8D7F-FE06-4EE2-B936-D140732F7107}" srcOrd="1" destOrd="0" parTransId="{EC03C95B-D549-4C10-BB42-DC259F4C886B}" sibTransId="{25F64B89-375E-4BA0-9970-1F1944BDABBE}"/>
    <dgm:cxn modelId="{930170F8-EDC6-4CEF-AACF-9A168A9C5669}" type="presOf" srcId="{19DA8D7F-FE06-4EE2-B936-D140732F7107}" destId="{F112B24E-A061-487A-B8B7-AA42DCEE7DDA}" srcOrd="0" destOrd="0" presId="urn:microsoft.com/office/officeart/2018/2/layout/IconVerticalSolidList"/>
    <dgm:cxn modelId="{F19CEFFC-7C43-4DC4-BDA0-F4128DA1D2C6}" type="presOf" srcId="{E6CC8BBB-B0D7-484A-8AA9-D727A0E71072}" destId="{1E4BBDBC-F9D2-46B2-951A-856C759D844A}" srcOrd="0" destOrd="0" presId="urn:microsoft.com/office/officeart/2018/2/layout/IconVerticalSolidList"/>
    <dgm:cxn modelId="{7CFC8FBB-5E87-4779-B0B9-1F483FDA28C0}" type="presParOf" srcId="{1E4BBDBC-F9D2-46B2-951A-856C759D844A}" destId="{E681D4A4-C17D-4873-9E7D-60BBE49FABF1}" srcOrd="0" destOrd="0" presId="urn:microsoft.com/office/officeart/2018/2/layout/IconVerticalSolidList"/>
    <dgm:cxn modelId="{A58FE17D-4D4D-4919-9E9E-EDBA1336B8D8}" type="presParOf" srcId="{E681D4A4-C17D-4873-9E7D-60BBE49FABF1}" destId="{3877F2EC-80ED-4090-B917-1472192DF33A}" srcOrd="0" destOrd="0" presId="urn:microsoft.com/office/officeart/2018/2/layout/IconVerticalSolidList"/>
    <dgm:cxn modelId="{DF4EB6C2-616A-4BB1-9CC8-BF9E494C763A}" type="presParOf" srcId="{E681D4A4-C17D-4873-9E7D-60BBE49FABF1}" destId="{15B8A6C6-900C-4E0E-B9A5-E338F2A882B5}" srcOrd="1" destOrd="0" presId="urn:microsoft.com/office/officeart/2018/2/layout/IconVerticalSolidList"/>
    <dgm:cxn modelId="{DEACB555-2A7B-4F2C-A2E6-3A95A60D1BA9}" type="presParOf" srcId="{E681D4A4-C17D-4873-9E7D-60BBE49FABF1}" destId="{79D562EF-E26E-4A2F-89AC-1BDB69DE27A5}" srcOrd="2" destOrd="0" presId="urn:microsoft.com/office/officeart/2018/2/layout/IconVerticalSolidList"/>
    <dgm:cxn modelId="{EBB6F848-093C-45CA-A719-3DABF61A2698}" type="presParOf" srcId="{E681D4A4-C17D-4873-9E7D-60BBE49FABF1}" destId="{8FC51898-AA53-4170-90AF-FDDD8232502D}" srcOrd="3" destOrd="0" presId="urn:microsoft.com/office/officeart/2018/2/layout/IconVerticalSolidList"/>
    <dgm:cxn modelId="{5720F000-CEC6-4DE4-94C3-079163C0A8DE}" type="presParOf" srcId="{1E4BBDBC-F9D2-46B2-951A-856C759D844A}" destId="{33EC2F9A-25A4-42BC-AE8E-8A5D09D0EEBC}" srcOrd="1" destOrd="0" presId="urn:microsoft.com/office/officeart/2018/2/layout/IconVerticalSolidList"/>
    <dgm:cxn modelId="{F2DE6E2F-8247-4A46-91AA-D90FD8C4DAED}" type="presParOf" srcId="{1E4BBDBC-F9D2-46B2-951A-856C759D844A}" destId="{B8969CCE-E170-4D08-8B42-EFBD29423C48}" srcOrd="2" destOrd="0" presId="urn:microsoft.com/office/officeart/2018/2/layout/IconVerticalSolidList"/>
    <dgm:cxn modelId="{9A24E12E-485B-457B-96D0-58C713F14AD9}" type="presParOf" srcId="{B8969CCE-E170-4D08-8B42-EFBD29423C48}" destId="{708808C9-2497-4376-8129-4910E476933B}" srcOrd="0" destOrd="0" presId="urn:microsoft.com/office/officeart/2018/2/layout/IconVerticalSolidList"/>
    <dgm:cxn modelId="{F3A60966-7A83-4F59-A98C-8037073386D8}" type="presParOf" srcId="{B8969CCE-E170-4D08-8B42-EFBD29423C48}" destId="{4CE16220-DF10-48E8-8988-255957226592}" srcOrd="1" destOrd="0" presId="urn:microsoft.com/office/officeart/2018/2/layout/IconVerticalSolidList"/>
    <dgm:cxn modelId="{423459F4-98E2-4BDF-90B5-6B5EF0C2B1F7}" type="presParOf" srcId="{B8969CCE-E170-4D08-8B42-EFBD29423C48}" destId="{9045B999-1C7C-4AC5-9D22-08DBED83093B}" srcOrd="2" destOrd="0" presId="urn:microsoft.com/office/officeart/2018/2/layout/IconVerticalSolidList"/>
    <dgm:cxn modelId="{CD975BBD-8514-4E5F-A769-A3021D67CB43}" type="presParOf" srcId="{B8969CCE-E170-4D08-8B42-EFBD29423C48}" destId="{F112B24E-A061-487A-B8B7-AA42DCEE7DDA}" srcOrd="3" destOrd="0" presId="urn:microsoft.com/office/officeart/2018/2/layout/IconVerticalSolidList"/>
    <dgm:cxn modelId="{FF04180B-63F3-492B-B00B-FAE0965D3863}" type="presParOf" srcId="{1E4BBDBC-F9D2-46B2-951A-856C759D844A}" destId="{973D4658-81E0-493C-A9EF-5323EC181AC2}" srcOrd="3" destOrd="0" presId="urn:microsoft.com/office/officeart/2018/2/layout/IconVerticalSolidList"/>
    <dgm:cxn modelId="{37B5649E-6A10-4FCE-B186-B893BBA7314C}" type="presParOf" srcId="{1E4BBDBC-F9D2-46B2-951A-856C759D844A}" destId="{7CE83FBF-229C-4995-93A2-B2C520B70843}" srcOrd="4" destOrd="0" presId="urn:microsoft.com/office/officeart/2018/2/layout/IconVerticalSolidList"/>
    <dgm:cxn modelId="{A32A2B94-BA74-4282-8E23-26634EB495BB}" type="presParOf" srcId="{7CE83FBF-229C-4995-93A2-B2C520B70843}" destId="{B84DFF4F-3804-4E5F-935C-9F66D857F2ED}" srcOrd="0" destOrd="0" presId="urn:microsoft.com/office/officeart/2018/2/layout/IconVerticalSolidList"/>
    <dgm:cxn modelId="{49173ED5-4720-47CD-A22A-C458105E8746}" type="presParOf" srcId="{7CE83FBF-229C-4995-93A2-B2C520B70843}" destId="{F286D9AE-D18A-4A7F-8421-3F932D6EA2E2}" srcOrd="1" destOrd="0" presId="urn:microsoft.com/office/officeart/2018/2/layout/IconVerticalSolidList"/>
    <dgm:cxn modelId="{8EDD0BAC-7AC1-4547-807C-878FFAD15C40}" type="presParOf" srcId="{7CE83FBF-229C-4995-93A2-B2C520B70843}" destId="{F73A7463-BCBF-4BBA-AC47-BD31BE8AA1C8}" srcOrd="2" destOrd="0" presId="urn:microsoft.com/office/officeart/2018/2/layout/IconVerticalSolidList"/>
    <dgm:cxn modelId="{37813F21-6D46-4F35-95F8-0EDA6F7837C2}" type="presParOf" srcId="{7CE83FBF-229C-4995-93A2-B2C520B70843}" destId="{B2E11B8E-1084-4A5E-8F13-2D309C1F745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C5920B-6231-40B5-B136-D6B9D3BE1F4E}">
      <dsp:nvSpPr>
        <dsp:cNvPr id="0" name=""/>
        <dsp:cNvSpPr/>
      </dsp:nvSpPr>
      <dsp:spPr>
        <a:xfrm>
          <a:off x="0" y="689"/>
          <a:ext cx="6797675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551B1B-9FAD-49F1-AAD2-77FFC882A9CB}">
      <dsp:nvSpPr>
        <dsp:cNvPr id="0" name=""/>
        <dsp:cNvSpPr/>
      </dsp:nvSpPr>
      <dsp:spPr>
        <a:xfrm>
          <a:off x="488194" y="363809"/>
          <a:ext cx="887626" cy="887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BB1AD4-FB5B-4AF6-A8C7-C3945798A966}">
      <dsp:nvSpPr>
        <dsp:cNvPr id="0" name=""/>
        <dsp:cNvSpPr/>
      </dsp:nvSpPr>
      <dsp:spPr>
        <a:xfrm>
          <a:off x="1864015" y="689"/>
          <a:ext cx="4933659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Subscription services suffer revenue loss due to churn</a:t>
          </a:r>
        </a:p>
      </dsp:txBody>
      <dsp:txXfrm>
        <a:off x="1864015" y="689"/>
        <a:ext cx="4933659" cy="1613866"/>
      </dsp:txXfrm>
    </dsp:sp>
    <dsp:sp modelId="{2C8342FF-6187-45CE-B1F1-9761A7639105}">
      <dsp:nvSpPr>
        <dsp:cNvPr id="0" name=""/>
        <dsp:cNvSpPr/>
      </dsp:nvSpPr>
      <dsp:spPr>
        <a:xfrm>
          <a:off x="0" y="2018022"/>
          <a:ext cx="6797675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C7F628-26CA-498B-84A5-8F8DAD731A6D}">
      <dsp:nvSpPr>
        <dsp:cNvPr id="0" name=""/>
        <dsp:cNvSpPr/>
      </dsp:nvSpPr>
      <dsp:spPr>
        <a:xfrm>
          <a:off x="488194" y="2381142"/>
          <a:ext cx="887626" cy="887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83EE6E-3777-4CB7-B011-68DD8251BB17}">
      <dsp:nvSpPr>
        <dsp:cNvPr id="0" name=""/>
        <dsp:cNvSpPr/>
      </dsp:nvSpPr>
      <dsp:spPr>
        <a:xfrm>
          <a:off x="1864015" y="2018022"/>
          <a:ext cx="4933659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Identifying at-risk customers enables targeted retention</a:t>
          </a:r>
        </a:p>
      </dsp:txBody>
      <dsp:txXfrm>
        <a:off x="1864015" y="2018022"/>
        <a:ext cx="4933659" cy="1613866"/>
      </dsp:txXfrm>
    </dsp:sp>
    <dsp:sp modelId="{6876C5E2-30D6-4CE2-BF5D-59AA4B590542}">
      <dsp:nvSpPr>
        <dsp:cNvPr id="0" name=""/>
        <dsp:cNvSpPr/>
      </dsp:nvSpPr>
      <dsp:spPr>
        <a:xfrm>
          <a:off x="0" y="4035355"/>
          <a:ext cx="6797675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405F32-4DC8-44A6-88F8-212CB16E4C47}">
      <dsp:nvSpPr>
        <dsp:cNvPr id="0" name=""/>
        <dsp:cNvSpPr/>
      </dsp:nvSpPr>
      <dsp:spPr>
        <a:xfrm>
          <a:off x="488194" y="4398475"/>
          <a:ext cx="887626" cy="887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F378B3-9A66-4573-81EB-B5E273865DD1}">
      <dsp:nvSpPr>
        <dsp:cNvPr id="0" name=""/>
        <dsp:cNvSpPr/>
      </dsp:nvSpPr>
      <dsp:spPr>
        <a:xfrm>
          <a:off x="1864015" y="4035355"/>
          <a:ext cx="4933659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ML helps early detection using customer behavior patterns</a:t>
          </a:r>
        </a:p>
      </dsp:txBody>
      <dsp:txXfrm>
        <a:off x="1864015" y="4035355"/>
        <a:ext cx="4933659" cy="16138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79E7BB-5544-AA45-89A4-77EE9A2D4A38}">
      <dsp:nvSpPr>
        <dsp:cNvPr id="0" name=""/>
        <dsp:cNvSpPr/>
      </dsp:nvSpPr>
      <dsp:spPr>
        <a:xfrm>
          <a:off x="0" y="4634152"/>
          <a:ext cx="1699418" cy="10138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863" tIns="220472" rIns="120863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Evaluate</a:t>
          </a:r>
        </a:p>
      </dsp:txBody>
      <dsp:txXfrm>
        <a:off x="0" y="4634152"/>
        <a:ext cx="1699418" cy="1013839"/>
      </dsp:txXfrm>
    </dsp:sp>
    <dsp:sp modelId="{ED4C37FD-E652-5347-B245-F9D2404C50FB}">
      <dsp:nvSpPr>
        <dsp:cNvPr id="0" name=""/>
        <dsp:cNvSpPr/>
      </dsp:nvSpPr>
      <dsp:spPr>
        <a:xfrm>
          <a:off x="1699418" y="4634152"/>
          <a:ext cx="5098256" cy="101383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417" tIns="279400" rIns="103417" bIns="27940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Evaluate using ROC, F1, confusion matrices</a:t>
          </a:r>
        </a:p>
      </dsp:txBody>
      <dsp:txXfrm>
        <a:off x="1699418" y="4634152"/>
        <a:ext cx="5098256" cy="1013839"/>
      </dsp:txXfrm>
    </dsp:sp>
    <dsp:sp modelId="{6F1816EA-C042-AC46-B05B-47202C60DE32}">
      <dsp:nvSpPr>
        <dsp:cNvPr id="0" name=""/>
        <dsp:cNvSpPr/>
      </dsp:nvSpPr>
      <dsp:spPr>
        <a:xfrm rot="10800000">
          <a:off x="0" y="3090074"/>
          <a:ext cx="1699418" cy="155928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15875" cap="flat" cmpd="sng" algn="ctr">
          <a:solidFill>
            <a:schemeClr val="accent2">
              <a:hueOff val="-441124"/>
              <a:satOff val="497"/>
              <a:lumOff val="1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863" tIns="220472" rIns="120863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Identify</a:t>
          </a:r>
        </a:p>
      </dsp:txBody>
      <dsp:txXfrm rot="-10800000">
        <a:off x="0" y="3090074"/>
        <a:ext cx="1699418" cy="1013535"/>
      </dsp:txXfrm>
    </dsp:sp>
    <dsp:sp modelId="{16ADB738-2B7D-BB49-B253-8C697AC25402}">
      <dsp:nvSpPr>
        <dsp:cNvPr id="0" name=""/>
        <dsp:cNvSpPr/>
      </dsp:nvSpPr>
      <dsp:spPr>
        <a:xfrm>
          <a:off x="1699418" y="3090074"/>
          <a:ext cx="5098256" cy="1013535"/>
        </a:xfrm>
        <a:prstGeom prst="rect">
          <a:avLst/>
        </a:prstGeom>
        <a:solidFill>
          <a:schemeClr val="accent2">
            <a:tint val="40000"/>
            <a:alpha val="90000"/>
            <a:hueOff val="-613955"/>
            <a:satOff val="4090"/>
            <a:lumOff val="374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613955"/>
              <a:satOff val="4090"/>
              <a:lumOff val="3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417" tIns="279400" rIns="103417" bIns="27940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Identify key churn drivers</a:t>
          </a:r>
        </a:p>
      </dsp:txBody>
      <dsp:txXfrm>
        <a:off x="1699418" y="3090074"/>
        <a:ext cx="5098256" cy="1013535"/>
      </dsp:txXfrm>
    </dsp:sp>
    <dsp:sp modelId="{2C98E024-EA30-4940-86BB-1786E33B3386}">
      <dsp:nvSpPr>
        <dsp:cNvPr id="0" name=""/>
        <dsp:cNvSpPr/>
      </dsp:nvSpPr>
      <dsp:spPr>
        <a:xfrm rot="10800000">
          <a:off x="0" y="1545997"/>
          <a:ext cx="1699418" cy="155928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15875" cap="flat" cmpd="sng" algn="ctr">
          <a:solidFill>
            <a:schemeClr val="accent2">
              <a:hueOff val="-882249"/>
              <a:satOff val="995"/>
              <a:lumOff val="23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863" tIns="220472" rIns="120863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Compare</a:t>
          </a:r>
        </a:p>
      </dsp:txBody>
      <dsp:txXfrm rot="-10800000">
        <a:off x="0" y="1545997"/>
        <a:ext cx="1699418" cy="1013535"/>
      </dsp:txXfrm>
    </dsp:sp>
    <dsp:sp modelId="{8B9DBE26-56BB-834B-94FE-F4C0F223A6A9}">
      <dsp:nvSpPr>
        <dsp:cNvPr id="0" name=""/>
        <dsp:cNvSpPr/>
      </dsp:nvSpPr>
      <dsp:spPr>
        <a:xfrm>
          <a:off x="1699418" y="1545997"/>
          <a:ext cx="5098256" cy="1013535"/>
        </a:xfrm>
        <a:prstGeom prst="rect">
          <a:avLst/>
        </a:prstGeom>
        <a:solidFill>
          <a:schemeClr val="accent2">
            <a:tint val="40000"/>
            <a:alpha val="90000"/>
            <a:hueOff val="-1227910"/>
            <a:satOff val="8180"/>
            <a:lumOff val="748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1227910"/>
              <a:satOff val="8180"/>
              <a:lumOff val="74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417" tIns="279400" rIns="103417" bIns="27940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Compare multiple models</a:t>
          </a:r>
        </a:p>
      </dsp:txBody>
      <dsp:txXfrm>
        <a:off x="1699418" y="1545997"/>
        <a:ext cx="5098256" cy="1013535"/>
      </dsp:txXfrm>
    </dsp:sp>
    <dsp:sp modelId="{29D6F870-D01B-3844-9017-D580A8ED4A41}">
      <dsp:nvSpPr>
        <dsp:cNvPr id="0" name=""/>
        <dsp:cNvSpPr/>
      </dsp:nvSpPr>
      <dsp:spPr>
        <a:xfrm rot="10800000">
          <a:off x="0" y="1920"/>
          <a:ext cx="1699418" cy="155928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accent2">
              <a:hueOff val="-1323373"/>
              <a:satOff val="1492"/>
              <a:lumOff val="35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863" tIns="220472" rIns="120863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Build</a:t>
          </a:r>
        </a:p>
      </dsp:txBody>
      <dsp:txXfrm rot="-10800000">
        <a:off x="0" y="1920"/>
        <a:ext cx="1699418" cy="1013535"/>
      </dsp:txXfrm>
    </dsp:sp>
    <dsp:sp modelId="{9C631705-1328-6B4E-8D56-E2DC8365389F}">
      <dsp:nvSpPr>
        <dsp:cNvPr id="0" name=""/>
        <dsp:cNvSpPr/>
      </dsp:nvSpPr>
      <dsp:spPr>
        <a:xfrm>
          <a:off x="1699418" y="1920"/>
          <a:ext cx="5098256" cy="1013535"/>
        </a:xfrm>
        <a:prstGeom prst="rect">
          <a:avLst/>
        </a:prstGeom>
        <a:solidFill>
          <a:schemeClr val="accent2">
            <a:tint val="40000"/>
            <a:alpha val="90000"/>
            <a:hueOff val="-1841865"/>
            <a:satOff val="12270"/>
            <a:lumOff val="1122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1841865"/>
              <a:satOff val="12270"/>
              <a:lumOff val="11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417" tIns="279400" rIns="103417" bIns="27940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Build reproducible ML pipeline</a:t>
          </a:r>
        </a:p>
      </dsp:txBody>
      <dsp:txXfrm>
        <a:off x="1699418" y="1920"/>
        <a:ext cx="5098256" cy="10135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B8CF5D-6E06-D74D-BF24-121C9E97F2AA}">
      <dsp:nvSpPr>
        <dsp:cNvPr id="0" name=""/>
        <dsp:cNvSpPr/>
      </dsp:nvSpPr>
      <dsp:spPr>
        <a:xfrm>
          <a:off x="929481" y="0"/>
          <a:ext cx="5051424" cy="5051424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4508F4-2805-1640-A004-B62D6E1F69EC}">
      <dsp:nvSpPr>
        <dsp:cNvPr id="0" name=""/>
        <dsp:cNvSpPr/>
      </dsp:nvSpPr>
      <dsp:spPr>
        <a:xfrm>
          <a:off x="1409366" y="479885"/>
          <a:ext cx="1970055" cy="197005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Telco Customer Churn dataset (Kaggle)</a:t>
          </a:r>
        </a:p>
      </dsp:txBody>
      <dsp:txXfrm>
        <a:off x="1505536" y="576055"/>
        <a:ext cx="1777715" cy="1777715"/>
      </dsp:txXfrm>
    </dsp:sp>
    <dsp:sp modelId="{C295FDBE-3B8A-8045-9F4E-901C437BFF31}">
      <dsp:nvSpPr>
        <dsp:cNvPr id="0" name=""/>
        <dsp:cNvSpPr/>
      </dsp:nvSpPr>
      <dsp:spPr>
        <a:xfrm>
          <a:off x="3530964" y="479885"/>
          <a:ext cx="1970055" cy="1970055"/>
        </a:xfrm>
        <a:prstGeom prst="roundRect">
          <a:avLst/>
        </a:prstGeom>
        <a:solidFill>
          <a:schemeClr val="accent5">
            <a:hueOff val="785595"/>
            <a:satOff val="-3757"/>
            <a:lumOff val="411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7,043 customers</a:t>
          </a:r>
        </a:p>
      </dsp:txBody>
      <dsp:txXfrm>
        <a:off x="3627134" y="576055"/>
        <a:ext cx="1777715" cy="1777715"/>
      </dsp:txXfrm>
    </dsp:sp>
    <dsp:sp modelId="{305568A1-8520-C541-BF3E-AAD39A8A60D4}">
      <dsp:nvSpPr>
        <dsp:cNvPr id="0" name=""/>
        <dsp:cNvSpPr/>
      </dsp:nvSpPr>
      <dsp:spPr>
        <a:xfrm>
          <a:off x="1409366" y="2601483"/>
          <a:ext cx="1970055" cy="1970055"/>
        </a:xfrm>
        <a:prstGeom prst="roundRect">
          <a:avLst/>
        </a:prstGeom>
        <a:solidFill>
          <a:schemeClr val="accent5">
            <a:hueOff val="1571189"/>
            <a:satOff val="-7513"/>
            <a:lumOff val="823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Demographics, contract type, payment, usage</a:t>
          </a:r>
        </a:p>
      </dsp:txBody>
      <dsp:txXfrm>
        <a:off x="1505536" y="2697653"/>
        <a:ext cx="1777715" cy="1777715"/>
      </dsp:txXfrm>
    </dsp:sp>
    <dsp:sp modelId="{A50927EA-BED4-A04D-8A22-BF42C31109AA}">
      <dsp:nvSpPr>
        <dsp:cNvPr id="0" name=""/>
        <dsp:cNvSpPr/>
      </dsp:nvSpPr>
      <dsp:spPr>
        <a:xfrm>
          <a:off x="3530964" y="2601483"/>
          <a:ext cx="1970055" cy="1970055"/>
        </a:xfrm>
        <a:prstGeom prst="roundRect">
          <a:avLst/>
        </a:prstGeom>
        <a:solidFill>
          <a:schemeClr val="accent5">
            <a:hueOff val="2356783"/>
            <a:satOff val="-11270"/>
            <a:lumOff val="1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Target: Churn (Yes/No)</a:t>
          </a:r>
        </a:p>
      </dsp:txBody>
      <dsp:txXfrm>
        <a:off x="3627134" y="2697653"/>
        <a:ext cx="1777715" cy="17777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F6681E-8B98-E245-BEB3-1CE8B2FA601F}">
      <dsp:nvSpPr>
        <dsp:cNvPr id="0" name=""/>
        <dsp:cNvSpPr/>
      </dsp:nvSpPr>
      <dsp:spPr>
        <a:xfrm>
          <a:off x="2625137" y="962"/>
          <a:ext cx="1660112" cy="107907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Handle missing values</a:t>
          </a:r>
        </a:p>
      </dsp:txBody>
      <dsp:txXfrm>
        <a:off x="2677813" y="53638"/>
        <a:ext cx="1554760" cy="973721"/>
      </dsp:txXfrm>
    </dsp:sp>
    <dsp:sp modelId="{9C107DEF-AF81-C141-9D40-84FA4BF07D5D}">
      <dsp:nvSpPr>
        <dsp:cNvPr id="0" name=""/>
        <dsp:cNvSpPr/>
      </dsp:nvSpPr>
      <dsp:spPr>
        <a:xfrm>
          <a:off x="1299818" y="540498"/>
          <a:ext cx="4310750" cy="4310750"/>
        </a:xfrm>
        <a:custGeom>
          <a:avLst/>
          <a:gdLst/>
          <a:ahLst/>
          <a:cxnLst/>
          <a:rect l="0" t="0" r="0" b="0"/>
          <a:pathLst>
            <a:path>
              <a:moveTo>
                <a:pt x="2996829" y="171037"/>
              </a:moveTo>
              <a:arcTo wR="2155375" hR="2155375" stAng="17578756" swAng="1960918"/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548B0E-10EF-024D-A749-787ADB3021C1}">
      <dsp:nvSpPr>
        <dsp:cNvPr id="0" name=""/>
        <dsp:cNvSpPr/>
      </dsp:nvSpPr>
      <dsp:spPr>
        <a:xfrm>
          <a:off x="4675020" y="1490289"/>
          <a:ext cx="1660112" cy="107907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Convert feature types</a:t>
          </a:r>
        </a:p>
      </dsp:txBody>
      <dsp:txXfrm>
        <a:off x="4727696" y="1542965"/>
        <a:ext cx="1554760" cy="973721"/>
      </dsp:txXfrm>
    </dsp:sp>
    <dsp:sp modelId="{2FA0F395-561F-014B-89A4-28DA265A4F80}">
      <dsp:nvSpPr>
        <dsp:cNvPr id="0" name=""/>
        <dsp:cNvSpPr/>
      </dsp:nvSpPr>
      <dsp:spPr>
        <a:xfrm>
          <a:off x="1299818" y="540498"/>
          <a:ext cx="4310750" cy="4310750"/>
        </a:xfrm>
        <a:custGeom>
          <a:avLst/>
          <a:gdLst/>
          <a:ahLst/>
          <a:cxnLst/>
          <a:rect l="0" t="0" r="0" b="0"/>
          <a:pathLst>
            <a:path>
              <a:moveTo>
                <a:pt x="4307799" y="2042638"/>
              </a:moveTo>
              <a:arcTo wR="2155375" hR="2155375" stAng="21420108" swAng="2195826"/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4AFCB6-B93A-5A4D-AE61-2E063E7DFE2B}">
      <dsp:nvSpPr>
        <dsp:cNvPr id="0" name=""/>
        <dsp:cNvSpPr/>
      </dsp:nvSpPr>
      <dsp:spPr>
        <a:xfrm>
          <a:off x="3892034" y="3900072"/>
          <a:ext cx="1660112" cy="107907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One-hot encoding</a:t>
          </a:r>
        </a:p>
      </dsp:txBody>
      <dsp:txXfrm>
        <a:off x="3944710" y="3952748"/>
        <a:ext cx="1554760" cy="973721"/>
      </dsp:txXfrm>
    </dsp:sp>
    <dsp:sp modelId="{C56CB2B2-A9D1-7C48-9D36-3A9E2989E863}">
      <dsp:nvSpPr>
        <dsp:cNvPr id="0" name=""/>
        <dsp:cNvSpPr/>
      </dsp:nvSpPr>
      <dsp:spPr>
        <a:xfrm>
          <a:off x="1299818" y="540498"/>
          <a:ext cx="4310750" cy="4310750"/>
        </a:xfrm>
        <a:custGeom>
          <a:avLst/>
          <a:gdLst/>
          <a:ahLst/>
          <a:cxnLst/>
          <a:rect l="0" t="0" r="0" b="0"/>
          <a:pathLst>
            <a:path>
              <a:moveTo>
                <a:pt x="2583657" y="4267770"/>
              </a:moveTo>
              <a:arcTo wR="2155375" hR="2155375" stAng="4712328" swAng="1375344"/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B1965A-D20D-0A47-AF54-9D5A72FE29ED}">
      <dsp:nvSpPr>
        <dsp:cNvPr id="0" name=""/>
        <dsp:cNvSpPr/>
      </dsp:nvSpPr>
      <dsp:spPr>
        <a:xfrm>
          <a:off x="1358239" y="3900072"/>
          <a:ext cx="1660112" cy="107907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Scaling numerical features</a:t>
          </a:r>
        </a:p>
      </dsp:txBody>
      <dsp:txXfrm>
        <a:off x="1410915" y="3952748"/>
        <a:ext cx="1554760" cy="973721"/>
      </dsp:txXfrm>
    </dsp:sp>
    <dsp:sp modelId="{0DCA57D1-F1C1-C74A-B169-DAEDCFF52A65}">
      <dsp:nvSpPr>
        <dsp:cNvPr id="0" name=""/>
        <dsp:cNvSpPr/>
      </dsp:nvSpPr>
      <dsp:spPr>
        <a:xfrm>
          <a:off x="1299818" y="540498"/>
          <a:ext cx="4310750" cy="4310750"/>
        </a:xfrm>
        <a:custGeom>
          <a:avLst/>
          <a:gdLst/>
          <a:ahLst/>
          <a:cxnLst/>
          <a:rect l="0" t="0" r="0" b="0"/>
          <a:pathLst>
            <a:path>
              <a:moveTo>
                <a:pt x="360094" y="3348106"/>
              </a:moveTo>
              <a:arcTo wR="2155375" hR="2155375" stAng="8784066" swAng="2195826"/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4AC772-0D8A-AF47-94F6-C4CECDA2F8DC}">
      <dsp:nvSpPr>
        <dsp:cNvPr id="0" name=""/>
        <dsp:cNvSpPr/>
      </dsp:nvSpPr>
      <dsp:spPr>
        <a:xfrm>
          <a:off x="575253" y="1490289"/>
          <a:ext cx="1660112" cy="1079073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Stratified train-test split</a:t>
          </a:r>
        </a:p>
      </dsp:txBody>
      <dsp:txXfrm>
        <a:off x="627929" y="1542965"/>
        <a:ext cx="1554760" cy="973721"/>
      </dsp:txXfrm>
    </dsp:sp>
    <dsp:sp modelId="{F7A0EBF1-FA41-3B48-B6AA-5BA01F197D18}">
      <dsp:nvSpPr>
        <dsp:cNvPr id="0" name=""/>
        <dsp:cNvSpPr/>
      </dsp:nvSpPr>
      <dsp:spPr>
        <a:xfrm>
          <a:off x="1299818" y="540498"/>
          <a:ext cx="4310750" cy="4310750"/>
        </a:xfrm>
        <a:custGeom>
          <a:avLst/>
          <a:gdLst/>
          <a:ahLst/>
          <a:cxnLst/>
          <a:rect l="0" t="0" r="0" b="0"/>
          <a:pathLst>
            <a:path>
              <a:moveTo>
                <a:pt x="375645" y="939560"/>
              </a:moveTo>
              <a:arcTo wR="2155375" hR="2155375" stAng="12860326" swAng="1960918"/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26DE4F-18C8-BF47-B39D-821307793005}">
      <dsp:nvSpPr>
        <dsp:cNvPr id="0" name=""/>
        <dsp:cNvSpPr/>
      </dsp:nvSpPr>
      <dsp:spPr>
        <a:xfrm>
          <a:off x="0" y="151938"/>
          <a:ext cx="6910387" cy="15095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Churn distribution</a:t>
          </a:r>
        </a:p>
      </dsp:txBody>
      <dsp:txXfrm>
        <a:off x="73690" y="225628"/>
        <a:ext cx="6763007" cy="1362175"/>
      </dsp:txXfrm>
    </dsp:sp>
    <dsp:sp modelId="{3861A8A2-AC1A-4C4F-B41C-B9AE445C29C8}">
      <dsp:nvSpPr>
        <dsp:cNvPr id="0" name=""/>
        <dsp:cNvSpPr/>
      </dsp:nvSpPr>
      <dsp:spPr>
        <a:xfrm>
          <a:off x="0" y="1770934"/>
          <a:ext cx="6910387" cy="1509555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Correlation heatmap</a:t>
          </a:r>
        </a:p>
      </dsp:txBody>
      <dsp:txXfrm>
        <a:off x="73690" y="1844624"/>
        <a:ext cx="6763007" cy="1362175"/>
      </dsp:txXfrm>
    </dsp:sp>
    <dsp:sp modelId="{14CB0F4F-AFAA-0E4B-A243-BA0B76A2A54D}">
      <dsp:nvSpPr>
        <dsp:cNvPr id="0" name=""/>
        <dsp:cNvSpPr/>
      </dsp:nvSpPr>
      <dsp:spPr>
        <a:xfrm>
          <a:off x="0" y="3389930"/>
          <a:ext cx="6910387" cy="1509555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High-risk groups: month-to-month, high charges, low tenure</a:t>
          </a:r>
        </a:p>
      </dsp:txBody>
      <dsp:txXfrm>
        <a:off x="73690" y="3463620"/>
        <a:ext cx="6763007" cy="136217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F1D247-D3A1-684E-96D6-CB84D00B3AE3}">
      <dsp:nvSpPr>
        <dsp:cNvPr id="0" name=""/>
        <dsp:cNvSpPr/>
      </dsp:nvSpPr>
      <dsp:spPr>
        <a:xfrm>
          <a:off x="0" y="2218"/>
          <a:ext cx="6797675" cy="131917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500" kern="1200"/>
            <a:t>Models Used:</a:t>
          </a:r>
          <a:endParaRPr lang="en-US" sz="5500" kern="1200"/>
        </a:p>
      </dsp:txBody>
      <dsp:txXfrm>
        <a:off x="64397" y="66615"/>
        <a:ext cx="6668881" cy="1190381"/>
      </dsp:txXfrm>
    </dsp:sp>
    <dsp:sp modelId="{DF700EFD-AB12-934B-BF04-1557CE80EAD5}">
      <dsp:nvSpPr>
        <dsp:cNvPr id="0" name=""/>
        <dsp:cNvSpPr/>
      </dsp:nvSpPr>
      <dsp:spPr>
        <a:xfrm>
          <a:off x="0" y="1321393"/>
          <a:ext cx="6797675" cy="4326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26" tIns="69850" rIns="391160" bIns="69850" numCol="1" spcCol="1270" anchor="t" anchorCtr="0">
          <a:noAutofit/>
        </a:bodyPr>
        <a:lstStyle/>
        <a:p>
          <a:pPr marL="285750" lvl="1" indent="-285750" algn="l" defTabSz="1911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4300" kern="1200"/>
            <a:t>Logistic Regression</a:t>
          </a:r>
        </a:p>
        <a:p>
          <a:pPr marL="285750" lvl="1" indent="-285750" algn="l" defTabSz="1911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4300" kern="1200"/>
            <a:t>Decision Tree</a:t>
          </a:r>
        </a:p>
        <a:p>
          <a:pPr marL="285750" lvl="1" indent="-285750" algn="l" defTabSz="1911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4300" kern="1200"/>
            <a:t>Random Forest</a:t>
          </a:r>
        </a:p>
        <a:p>
          <a:pPr marL="285750" lvl="1" indent="-285750" algn="l" defTabSz="1911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4300" kern="1200"/>
            <a:t>SVM (RBF)</a:t>
          </a:r>
        </a:p>
        <a:p>
          <a:pPr marL="285750" lvl="1" indent="-285750" algn="l" defTabSz="1911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4300" kern="1200"/>
            <a:t>Combines linear &amp; non-linear approaches</a:t>
          </a:r>
        </a:p>
      </dsp:txBody>
      <dsp:txXfrm>
        <a:off x="0" y="1321393"/>
        <a:ext cx="6797675" cy="43263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02896C-272C-4F78-A834-EA772773D507}">
      <dsp:nvSpPr>
        <dsp:cNvPr id="0" name=""/>
        <dsp:cNvSpPr/>
      </dsp:nvSpPr>
      <dsp:spPr>
        <a:xfrm>
          <a:off x="1625492" y="71993"/>
          <a:ext cx="974608" cy="97460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31C137-7FBD-4BEB-914A-0081DC303C7B}">
      <dsp:nvSpPr>
        <dsp:cNvPr id="0" name=""/>
        <dsp:cNvSpPr/>
      </dsp:nvSpPr>
      <dsp:spPr>
        <a:xfrm>
          <a:off x="1830159" y="276661"/>
          <a:ext cx="565272" cy="5652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6780ED-3210-4B21-AF24-916A4AF9106C}">
      <dsp:nvSpPr>
        <dsp:cNvPr id="0" name=""/>
        <dsp:cNvSpPr/>
      </dsp:nvSpPr>
      <dsp:spPr>
        <a:xfrm>
          <a:off x="2808944" y="71993"/>
          <a:ext cx="2297290" cy="974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Accuracy</a:t>
          </a:r>
        </a:p>
      </dsp:txBody>
      <dsp:txXfrm>
        <a:off x="2808944" y="71993"/>
        <a:ext cx="2297290" cy="974608"/>
      </dsp:txXfrm>
    </dsp:sp>
    <dsp:sp modelId="{26449CD6-68A9-41E5-895C-3C13F5FB5035}">
      <dsp:nvSpPr>
        <dsp:cNvPr id="0" name=""/>
        <dsp:cNvSpPr/>
      </dsp:nvSpPr>
      <dsp:spPr>
        <a:xfrm>
          <a:off x="5506520" y="71993"/>
          <a:ext cx="974608" cy="97460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D0A51C-DEA0-4FE3-8EC7-0805572346A1}">
      <dsp:nvSpPr>
        <dsp:cNvPr id="0" name=""/>
        <dsp:cNvSpPr/>
      </dsp:nvSpPr>
      <dsp:spPr>
        <a:xfrm>
          <a:off x="5711188" y="276661"/>
          <a:ext cx="565272" cy="5652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A47110-AD99-45A8-B8A6-39D7142F998F}">
      <dsp:nvSpPr>
        <dsp:cNvPr id="0" name=""/>
        <dsp:cNvSpPr/>
      </dsp:nvSpPr>
      <dsp:spPr>
        <a:xfrm>
          <a:off x="6689973" y="71993"/>
          <a:ext cx="2297290" cy="974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Precision</a:t>
          </a:r>
        </a:p>
      </dsp:txBody>
      <dsp:txXfrm>
        <a:off x="6689973" y="71993"/>
        <a:ext cx="2297290" cy="974608"/>
      </dsp:txXfrm>
    </dsp:sp>
    <dsp:sp modelId="{B227B5AF-97C5-4BC8-8321-A6285F99C390}">
      <dsp:nvSpPr>
        <dsp:cNvPr id="0" name=""/>
        <dsp:cNvSpPr/>
      </dsp:nvSpPr>
      <dsp:spPr>
        <a:xfrm>
          <a:off x="1625492" y="1836795"/>
          <a:ext cx="974608" cy="97460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A527E1-D603-4B74-9CBB-C8B2A473804F}">
      <dsp:nvSpPr>
        <dsp:cNvPr id="0" name=""/>
        <dsp:cNvSpPr/>
      </dsp:nvSpPr>
      <dsp:spPr>
        <a:xfrm>
          <a:off x="1830159" y="2041463"/>
          <a:ext cx="565272" cy="5652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E9FD16-009B-4996-A5BF-557B3B909CBC}">
      <dsp:nvSpPr>
        <dsp:cNvPr id="0" name=""/>
        <dsp:cNvSpPr/>
      </dsp:nvSpPr>
      <dsp:spPr>
        <a:xfrm>
          <a:off x="2808944" y="1836795"/>
          <a:ext cx="2297290" cy="974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Recall</a:t>
          </a:r>
        </a:p>
      </dsp:txBody>
      <dsp:txXfrm>
        <a:off x="2808944" y="1836795"/>
        <a:ext cx="2297290" cy="974608"/>
      </dsp:txXfrm>
    </dsp:sp>
    <dsp:sp modelId="{0A6CD757-075C-41B3-BE8E-62796A9C2B47}">
      <dsp:nvSpPr>
        <dsp:cNvPr id="0" name=""/>
        <dsp:cNvSpPr/>
      </dsp:nvSpPr>
      <dsp:spPr>
        <a:xfrm>
          <a:off x="5506520" y="1836795"/>
          <a:ext cx="974608" cy="97460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4CF300-7BE2-40F2-AF33-DBC499EA6453}">
      <dsp:nvSpPr>
        <dsp:cNvPr id="0" name=""/>
        <dsp:cNvSpPr/>
      </dsp:nvSpPr>
      <dsp:spPr>
        <a:xfrm>
          <a:off x="5711188" y="2041463"/>
          <a:ext cx="565272" cy="5652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C378A4-D7AD-41A8-886F-EDE21B343E06}">
      <dsp:nvSpPr>
        <dsp:cNvPr id="0" name=""/>
        <dsp:cNvSpPr/>
      </dsp:nvSpPr>
      <dsp:spPr>
        <a:xfrm>
          <a:off x="6689973" y="1836795"/>
          <a:ext cx="2297290" cy="974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F1-score</a:t>
          </a:r>
        </a:p>
      </dsp:txBody>
      <dsp:txXfrm>
        <a:off x="6689973" y="1836795"/>
        <a:ext cx="2297290" cy="974608"/>
      </dsp:txXfrm>
    </dsp:sp>
    <dsp:sp modelId="{7070BF51-4FF4-4979-AEB2-D77150ED487A}">
      <dsp:nvSpPr>
        <dsp:cNvPr id="0" name=""/>
        <dsp:cNvSpPr/>
      </dsp:nvSpPr>
      <dsp:spPr>
        <a:xfrm>
          <a:off x="1625492" y="3601597"/>
          <a:ext cx="974608" cy="97460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7B58C-432D-4440-A75D-C6618992359E}">
      <dsp:nvSpPr>
        <dsp:cNvPr id="0" name=""/>
        <dsp:cNvSpPr/>
      </dsp:nvSpPr>
      <dsp:spPr>
        <a:xfrm>
          <a:off x="1830159" y="3806265"/>
          <a:ext cx="565272" cy="56527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566A06-B51C-4AF4-BF80-2AD05BBF213B}">
      <dsp:nvSpPr>
        <dsp:cNvPr id="0" name=""/>
        <dsp:cNvSpPr/>
      </dsp:nvSpPr>
      <dsp:spPr>
        <a:xfrm>
          <a:off x="2808944" y="3601597"/>
          <a:ext cx="2297290" cy="974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ROC Curve</a:t>
          </a:r>
        </a:p>
      </dsp:txBody>
      <dsp:txXfrm>
        <a:off x="2808944" y="3601597"/>
        <a:ext cx="2297290" cy="974608"/>
      </dsp:txXfrm>
    </dsp:sp>
    <dsp:sp modelId="{1D14CE9C-8437-422D-A6AB-700BEDF31F37}">
      <dsp:nvSpPr>
        <dsp:cNvPr id="0" name=""/>
        <dsp:cNvSpPr/>
      </dsp:nvSpPr>
      <dsp:spPr>
        <a:xfrm>
          <a:off x="5506520" y="3601597"/>
          <a:ext cx="974608" cy="97460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458834-8233-49CE-8C1C-695D4B241878}">
      <dsp:nvSpPr>
        <dsp:cNvPr id="0" name=""/>
        <dsp:cNvSpPr/>
      </dsp:nvSpPr>
      <dsp:spPr>
        <a:xfrm>
          <a:off x="5711188" y="3806265"/>
          <a:ext cx="565272" cy="56527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A1BD18-11FA-45BA-948E-DACC51963CB9}">
      <dsp:nvSpPr>
        <dsp:cNvPr id="0" name=""/>
        <dsp:cNvSpPr/>
      </dsp:nvSpPr>
      <dsp:spPr>
        <a:xfrm>
          <a:off x="6689973" y="3601597"/>
          <a:ext cx="2297290" cy="974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Confusion Matrix</a:t>
          </a:r>
        </a:p>
      </dsp:txBody>
      <dsp:txXfrm>
        <a:off x="6689973" y="3601597"/>
        <a:ext cx="2297290" cy="97460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AA9576-5ABC-4BCF-84DB-378100F670AB}">
      <dsp:nvSpPr>
        <dsp:cNvPr id="0" name=""/>
        <dsp:cNvSpPr/>
      </dsp:nvSpPr>
      <dsp:spPr>
        <a:xfrm>
          <a:off x="0" y="689"/>
          <a:ext cx="6797675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03FD94-D338-4236-BD63-B21C2788FDDE}">
      <dsp:nvSpPr>
        <dsp:cNvPr id="0" name=""/>
        <dsp:cNvSpPr/>
      </dsp:nvSpPr>
      <dsp:spPr>
        <a:xfrm>
          <a:off x="488194" y="363809"/>
          <a:ext cx="887626" cy="887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7FC057-9D45-49B2-8098-D8E6F3002364}">
      <dsp:nvSpPr>
        <dsp:cNvPr id="0" name=""/>
        <dsp:cNvSpPr/>
      </dsp:nvSpPr>
      <dsp:spPr>
        <a:xfrm>
          <a:off x="1864015" y="689"/>
          <a:ext cx="4933659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Random Forest performs best</a:t>
          </a:r>
        </a:p>
      </dsp:txBody>
      <dsp:txXfrm>
        <a:off x="1864015" y="689"/>
        <a:ext cx="4933659" cy="1613866"/>
      </dsp:txXfrm>
    </dsp:sp>
    <dsp:sp modelId="{21AC13EA-D7F0-4A64-99E8-9847DBA08769}">
      <dsp:nvSpPr>
        <dsp:cNvPr id="0" name=""/>
        <dsp:cNvSpPr/>
      </dsp:nvSpPr>
      <dsp:spPr>
        <a:xfrm>
          <a:off x="0" y="2018022"/>
          <a:ext cx="6797675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4C97D2-E17C-4376-BC58-D4489962516E}">
      <dsp:nvSpPr>
        <dsp:cNvPr id="0" name=""/>
        <dsp:cNvSpPr/>
      </dsp:nvSpPr>
      <dsp:spPr>
        <a:xfrm>
          <a:off x="488194" y="2381142"/>
          <a:ext cx="887626" cy="887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D8CB30-5AAA-4122-B973-F286A349F65F}">
      <dsp:nvSpPr>
        <dsp:cNvPr id="0" name=""/>
        <dsp:cNvSpPr/>
      </dsp:nvSpPr>
      <dsp:spPr>
        <a:xfrm>
          <a:off x="1864015" y="2018022"/>
          <a:ext cx="4933659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High recall + strong generalization</a:t>
          </a:r>
        </a:p>
      </dsp:txBody>
      <dsp:txXfrm>
        <a:off x="1864015" y="2018022"/>
        <a:ext cx="4933659" cy="1613866"/>
      </dsp:txXfrm>
    </dsp:sp>
    <dsp:sp modelId="{6880E8BE-841E-4FC0-A05A-E1A46415DC05}">
      <dsp:nvSpPr>
        <dsp:cNvPr id="0" name=""/>
        <dsp:cNvSpPr/>
      </dsp:nvSpPr>
      <dsp:spPr>
        <a:xfrm>
          <a:off x="0" y="4035355"/>
          <a:ext cx="6797675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0883E7-7804-4500-B75F-CD987295EE30}">
      <dsp:nvSpPr>
        <dsp:cNvPr id="0" name=""/>
        <dsp:cNvSpPr/>
      </dsp:nvSpPr>
      <dsp:spPr>
        <a:xfrm>
          <a:off x="488194" y="4398475"/>
          <a:ext cx="887626" cy="887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7EC073-6DEF-4490-8A9B-E44413576D09}">
      <dsp:nvSpPr>
        <dsp:cNvPr id="0" name=""/>
        <dsp:cNvSpPr/>
      </dsp:nvSpPr>
      <dsp:spPr>
        <a:xfrm>
          <a:off x="1864015" y="4035355"/>
          <a:ext cx="4933659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Balanced precision–recall</a:t>
          </a:r>
        </a:p>
      </dsp:txBody>
      <dsp:txXfrm>
        <a:off x="1864015" y="4035355"/>
        <a:ext cx="4933659" cy="161386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5C3795-2693-0045-BA7E-424091057DD8}">
      <dsp:nvSpPr>
        <dsp:cNvPr id="0" name=""/>
        <dsp:cNvSpPr/>
      </dsp:nvSpPr>
      <dsp:spPr>
        <a:xfrm>
          <a:off x="0" y="64611"/>
          <a:ext cx="6797675" cy="10073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Top drivers:</a:t>
          </a:r>
        </a:p>
      </dsp:txBody>
      <dsp:txXfrm>
        <a:off x="49176" y="113787"/>
        <a:ext cx="6699323" cy="909018"/>
      </dsp:txXfrm>
    </dsp:sp>
    <dsp:sp modelId="{299FA3BB-E324-3E45-BE2E-7AE45CECBE10}">
      <dsp:nvSpPr>
        <dsp:cNvPr id="0" name=""/>
        <dsp:cNvSpPr/>
      </dsp:nvSpPr>
      <dsp:spPr>
        <a:xfrm>
          <a:off x="0" y="1192941"/>
          <a:ext cx="6797675" cy="1007370"/>
        </a:xfrm>
        <a:prstGeom prst="roundRect">
          <a:avLst/>
        </a:prstGeom>
        <a:solidFill>
          <a:schemeClr val="accent2">
            <a:hueOff val="-330843"/>
            <a:satOff val="373"/>
            <a:lumOff val="88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• Tenure</a:t>
          </a:r>
        </a:p>
      </dsp:txBody>
      <dsp:txXfrm>
        <a:off x="49176" y="1242117"/>
        <a:ext cx="6699323" cy="909018"/>
      </dsp:txXfrm>
    </dsp:sp>
    <dsp:sp modelId="{E03E5425-6B76-4044-8008-47D529D24114}">
      <dsp:nvSpPr>
        <dsp:cNvPr id="0" name=""/>
        <dsp:cNvSpPr/>
      </dsp:nvSpPr>
      <dsp:spPr>
        <a:xfrm>
          <a:off x="0" y="2321271"/>
          <a:ext cx="6797675" cy="1007370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• Contract type</a:t>
          </a:r>
        </a:p>
      </dsp:txBody>
      <dsp:txXfrm>
        <a:off x="49176" y="2370447"/>
        <a:ext cx="6699323" cy="909018"/>
      </dsp:txXfrm>
    </dsp:sp>
    <dsp:sp modelId="{63FC6F51-0307-2641-AAE7-53F7FEC0EA7E}">
      <dsp:nvSpPr>
        <dsp:cNvPr id="0" name=""/>
        <dsp:cNvSpPr/>
      </dsp:nvSpPr>
      <dsp:spPr>
        <a:xfrm>
          <a:off x="0" y="3449601"/>
          <a:ext cx="6797675" cy="1007370"/>
        </a:xfrm>
        <a:prstGeom prst="roundRect">
          <a:avLst/>
        </a:prstGeom>
        <a:solidFill>
          <a:schemeClr val="accent2">
            <a:hueOff val="-992530"/>
            <a:satOff val="1119"/>
            <a:lumOff val="264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• Monthly charges</a:t>
          </a:r>
        </a:p>
      </dsp:txBody>
      <dsp:txXfrm>
        <a:off x="49176" y="3498777"/>
        <a:ext cx="6699323" cy="909018"/>
      </dsp:txXfrm>
    </dsp:sp>
    <dsp:sp modelId="{D075E7AE-7FC6-6449-AE93-C8BB2AB85BB7}">
      <dsp:nvSpPr>
        <dsp:cNvPr id="0" name=""/>
        <dsp:cNvSpPr/>
      </dsp:nvSpPr>
      <dsp:spPr>
        <a:xfrm>
          <a:off x="0" y="4577931"/>
          <a:ext cx="6797675" cy="1007370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• Internet service</a:t>
          </a:r>
        </a:p>
      </dsp:txBody>
      <dsp:txXfrm>
        <a:off x="49176" y="4627107"/>
        <a:ext cx="6699323" cy="90901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685153-EAB4-6C41-904B-A3F35AFDECE3}">
      <dsp:nvSpPr>
        <dsp:cNvPr id="0" name=""/>
        <dsp:cNvSpPr/>
      </dsp:nvSpPr>
      <dsp:spPr>
        <a:xfrm>
          <a:off x="0" y="2758"/>
          <a:ext cx="67976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EFA868-9EA1-5D4B-964F-B7DC6187CDEF}">
      <dsp:nvSpPr>
        <dsp:cNvPr id="0" name=""/>
        <dsp:cNvSpPr/>
      </dsp:nvSpPr>
      <dsp:spPr>
        <a:xfrm>
          <a:off x="0" y="2758"/>
          <a:ext cx="6797675" cy="1881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t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• Trees capture non‑linear patterns</a:t>
          </a:r>
        </a:p>
      </dsp:txBody>
      <dsp:txXfrm>
        <a:off x="0" y="2758"/>
        <a:ext cx="6797675" cy="1881464"/>
      </dsp:txXfrm>
    </dsp:sp>
    <dsp:sp modelId="{06588300-6A04-A046-A194-FE5B89E9AED9}">
      <dsp:nvSpPr>
        <dsp:cNvPr id="0" name=""/>
        <dsp:cNvSpPr/>
      </dsp:nvSpPr>
      <dsp:spPr>
        <a:xfrm>
          <a:off x="0" y="1884223"/>
          <a:ext cx="6797675" cy="0"/>
        </a:xfrm>
        <a:prstGeom prst="line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accent2">
              <a:hueOff val="-661686"/>
              <a:satOff val="746"/>
              <a:lumOff val="1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722B07-C011-8A4E-85B1-4D9D331F8C69}">
      <dsp:nvSpPr>
        <dsp:cNvPr id="0" name=""/>
        <dsp:cNvSpPr/>
      </dsp:nvSpPr>
      <dsp:spPr>
        <a:xfrm>
          <a:off x="0" y="1884223"/>
          <a:ext cx="6797675" cy="1881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t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• Random Forest reduces overfitting</a:t>
          </a:r>
        </a:p>
      </dsp:txBody>
      <dsp:txXfrm>
        <a:off x="0" y="1884223"/>
        <a:ext cx="6797675" cy="1881464"/>
      </dsp:txXfrm>
    </dsp:sp>
    <dsp:sp modelId="{BDA91542-D6D8-ED42-9E91-7A2C004F9AAB}">
      <dsp:nvSpPr>
        <dsp:cNvPr id="0" name=""/>
        <dsp:cNvSpPr/>
      </dsp:nvSpPr>
      <dsp:spPr>
        <a:xfrm>
          <a:off x="0" y="3765688"/>
          <a:ext cx="6797675" cy="0"/>
        </a:xfrm>
        <a:prstGeom prst="line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accent2">
              <a:hueOff val="-1323373"/>
              <a:satOff val="1492"/>
              <a:lumOff val="35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D06CF3-DE1F-3B42-91CA-D316676D2955}">
      <dsp:nvSpPr>
        <dsp:cNvPr id="0" name=""/>
        <dsp:cNvSpPr/>
      </dsp:nvSpPr>
      <dsp:spPr>
        <a:xfrm>
          <a:off x="0" y="3765688"/>
          <a:ext cx="6797675" cy="1881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t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• SVM precise but lower recall</a:t>
          </a:r>
        </a:p>
      </dsp:txBody>
      <dsp:txXfrm>
        <a:off x="0" y="3765688"/>
        <a:ext cx="6797675" cy="188146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E1D646-FB36-4D5E-9783-71878C43A1EE}">
      <dsp:nvSpPr>
        <dsp:cNvPr id="0" name=""/>
        <dsp:cNvSpPr/>
      </dsp:nvSpPr>
      <dsp:spPr>
        <a:xfrm>
          <a:off x="0" y="1827"/>
          <a:ext cx="6797675" cy="7787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91D04-624C-41AA-9293-A3DCD0A17E61}">
      <dsp:nvSpPr>
        <dsp:cNvPr id="0" name=""/>
        <dsp:cNvSpPr/>
      </dsp:nvSpPr>
      <dsp:spPr>
        <a:xfrm>
          <a:off x="235585" y="177056"/>
          <a:ext cx="428336" cy="4283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D035CC-E6CE-4187-AF65-2556F61529A8}">
      <dsp:nvSpPr>
        <dsp:cNvPr id="0" name=""/>
        <dsp:cNvSpPr/>
      </dsp:nvSpPr>
      <dsp:spPr>
        <a:xfrm>
          <a:off x="899507" y="1827"/>
          <a:ext cx="5898167" cy="778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422" tIns="82422" rIns="82422" bIns="824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Class imbalance</a:t>
          </a:r>
        </a:p>
      </dsp:txBody>
      <dsp:txXfrm>
        <a:off x="899507" y="1827"/>
        <a:ext cx="5898167" cy="778794"/>
      </dsp:txXfrm>
    </dsp:sp>
    <dsp:sp modelId="{E72B66DA-7499-4953-9B98-1413A4312D0C}">
      <dsp:nvSpPr>
        <dsp:cNvPr id="0" name=""/>
        <dsp:cNvSpPr/>
      </dsp:nvSpPr>
      <dsp:spPr>
        <a:xfrm>
          <a:off x="0" y="975320"/>
          <a:ext cx="6797675" cy="7787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A98140-ECD5-4E4B-86F0-65AB5AC2BF1D}">
      <dsp:nvSpPr>
        <dsp:cNvPr id="0" name=""/>
        <dsp:cNvSpPr/>
      </dsp:nvSpPr>
      <dsp:spPr>
        <a:xfrm>
          <a:off x="235585" y="1150548"/>
          <a:ext cx="428336" cy="4283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0304F7-6805-4FCD-842E-F593A7531F50}">
      <dsp:nvSpPr>
        <dsp:cNvPr id="0" name=""/>
        <dsp:cNvSpPr/>
      </dsp:nvSpPr>
      <dsp:spPr>
        <a:xfrm>
          <a:off x="899507" y="975320"/>
          <a:ext cx="5898167" cy="778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422" tIns="82422" rIns="82422" bIns="824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Only one provider dataset</a:t>
          </a:r>
        </a:p>
      </dsp:txBody>
      <dsp:txXfrm>
        <a:off x="899507" y="975320"/>
        <a:ext cx="5898167" cy="778794"/>
      </dsp:txXfrm>
    </dsp:sp>
    <dsp:sp modelId="{C2C55FEE-A9B5-47EB-A7C0-918B36979D47}">
      <dsp:nvSpPr>
        <dsp:cNvPr id="0" name=""/>
        <dsp:cNvSpPr/>
      </dsp:nvSpPr>
      <dsp:spPr>
        <a:xfrm>
          <a:off x="0" y="1948812"/>
          <a:ext cx="6797675" cy="7787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3B9599-2BE4-4B8A-8CE5-D5B40F87E1A6}">
      <dsp:nvSpPr>
        <dsp:cNvPr id="0" name=""/>
        <dsp:cNvSpPr/>
      </dsp:nvSpPr>
      <dsp:spPr>
        <a:xfrm>
          <a:off x="235585" y="2124041"/>
          <a:ext cx="428336" cy="4283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B473B4-5547-4B8A-8E57-BBC667D52DEB}">
      <dsp:nvSpPr>
        <dsp:cNvPr id="0" name=""/>
        <dsp:cNvSpPr/>
      </dsp:nvSpPr>
      <dsp:spPr>
        <a:xfrm>
          <a:off x="899507" y="1948812"/>
          <a:ext cx="5898167" cy="778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422" tIns="82422" rIns="82422" bIns="824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Future:</a:t>
          </a:r>
        </a:p>
      </dsp:txBody>
      <dsp:txXfrm>
        <a:off x="899507" y="1948812"/>
        <a:ext cx="5898167" cy="778794"/>
      </dsp:txXfrm>
    </dsp:sp>
    <dsp:sp modelId="{60253A88-BA25-4CD0-B555-2C09256E1ACB}">
      <dsp:nvSpPr>
        <dsp:cNvPr id="0" name=""/>
        <dsp:cNvSpPr/>
      </dsp:nvSpPr>
      <dsp:spPr>
        <a:xfrm>
          <a:off x="0" y="2922305"/>
          <a:ext cx="6797675" cy="7787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90940B-C1A7-4C76-AD26-8F72563F12B1}">
      <dsp:nvSpPr>
        <dsp:cNvPr id="0" name=""/>
        <dsp:cNvSpPr/>
      </dsp:nvSpPr>
      <dsp:spPr>
        <a:xfrm>
          <a:off x="235585" y="3097533"/>
          <a:ext cx="428336" cy="4283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6FA2E1-F3EE-4886-A0F3-B7A70FBCAF21}">
      <dsp:nvSpPr>
        <dsp:cNvPr id="0" name=""/>
        <dsp:cNvSpPr/>
      </dsp:nvSpPr>
      <dsp:spPr>
        <a:xfrm>
          <a:off x="899507" y="2922305"/>
          <a:ext cx="5898167" cy="778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422" tIns="82422" rIns="82422" bIns="824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XGBoost/LightGBM</a:t>
          </a:r>
        </a:p>
      </dsp:txBody>
      <dsp:txXfrm>
        <a:off x="899507" y="2922305"/>
        <a:ext cx="5898167" cy="778794"/>
      </dsp:txXfrm>
    </dsp:sp>
    <dsp:sp modelId="{6AA7A471-B503-417A-9372-F19466AC4961}">
      <dsp:nvSpPr>
        <dsp:cNvPr id="0" name=""/>
        <dsp:cNvSpPr/>
      </dsp:nvSpPr>
      <dsp:spPr>
        <a:xfrm>
          <a:off x="0" y="3895797"/>
          <a:ext cx="6797675" cy="7787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17D04E-2D5B-4A99-9B06-853C562DCBEB}">
      <dsp:nvSpPr>
        <dsp:cNvPr id="0" name=""/>
        <dsp:cNvSpPr/>
      </dsp:nvSpPr>
      <dsp:spPr>
        <a:xfrm>
          <a:off x="235585" y="4071026"/>
          <a:ext cx="428336" cy="42833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0D5A88-0677-490F-AE7F-D994A5852B32}">
      <dsp:nvSpPr>
        <dsp:cNvPr id="0" name=""/>
        <dsp:cNvSpPr/>
      </dsp:nvSpPr>
      <dsp:spPr>
        <a:xfrm>
          <a:off x="899507" y="3895797"/>
          <a:ext cx="5898167" cy="778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422" tIns="82422" rIns="82422" bIns="824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Cost-sensitive models</a:t>
          </a:r>
        </a:p>
      </dsp:txBody>
      <dsp:txXfrm>
        <a:off x="899507" y="3895797"/>
        <a:ext cx="5898167" cy="778794"/>
      </dsp:txXfrm>
    </dsp:sp>
    <dsp:sp modelId="{FCE017EE-CB56-4D62-A227-1B14397126C1}">
      <dsp:nvSpPr>
        <dsp:cNvPr id="0" name=""/>
        <dsp:cNvSpPr/>
      </dsp:nvSpPr>
      <dsp:spPr>
        <a:xfrm>
          <a:off x="0" y="4869290"/>
          <a:ext cx="6797675" cy="7787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E1F03E-8F39-47A0-9D22-65149805F2F3}">
      <dsp:nvSpPr>
        <dsp:cNvPr id="0" name=""/>
        <dsp:cNvSpPr/>
      </dsp:nvSpPr>
      <dsp:spPr>
        <a:xfrm>
          <a:off x="235585" y="5044518"/>
          <a:ext cx="428336" cy="42833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C83658-9135-4BA8-90B3-443127F685DA}">
      <dsp:nvSpPr>
        <dsp:cNvPr id="0" name=""/>
        <dsp:cNvSpPr/>
      </dsp:nvSpPr>
      <dsp:spPr>
        <a:xfrm>
          <a:off x="899507" y="4869290"/>
          <a:ext cx="5898167" cy="778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422" tIns="82422" rIns="82422" bIns="824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Ensemble stacking</a:t>
          </a:r>
        </a:p>
      </dsp:txBody>
      <dsp:txXfrm>
        <a:off x="899507" y="4869290"/>
        <a:ext cx="5898167" cy="77879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77F2EC-80ED-4090-B917-1472192DF33A}">
      <dsp:nvSpPr>
        <dsp:cNvPr id="0" name=""/>
        <dsp:cNvSpPr/>
      </dsp:nvSpPr>
      <dsp:spPr>
        <a:xfrm>
          <a:off x="0" y="567"/>
          <a:ext cx="10612756" cy="132773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B8A6C6-900C-4E0E-B9A5-E338F2A882B5}">
      <dsp:nvSpPr>
        <dsp:cNvPr id="0" name=""/>
        <dsp:cNvSpPr/>
      </dsp:nvSpPr>
      <dsp:spPr>
        <a:xfrm>
          <a:off x="401639" y="299307"/>
          <a:ext cx="730252" cy="73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C51898-AA53-4170-90AF-FDDD8232502D}">
      <dsp:nvSpPr>
        <dsp:cNvPr id="0" name=""/>
        <dsp:cNvSpPr/>
      </dsp:nvSpPr>
      <dsp:spPr>
        <a:xfrm>
          <a:off x="1533531" y="567"/>
          <a:ext cx="9079224" cy="1327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518" tIns="140518" rIns="140518" bIns="14051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End‑to‑end churn pipeline built</a:t>
          </a:r>
        </a:p>
      </dsp:txBody>
      <dsp:txXfrm>
        <a:off x="1533531" y="567"/>
        <a:ext cx="9079224" cy="1327732"/>
      </dsp:txXfrm>
    </dsp:sp>
    <dsp:sp modelId="{708808C9-2497-4376-8129-4910E476933B}">
      <dsp:nvSpPr>
        <dsp:cNvPr id="0" name=""/>
        <dsp:cNvSpPr/>
      </dsp:nvSpPr>
      <dsp:spPr>
        <a:xfrm>
          <a:off x="0" y="1660233"/>
          <a:ext cx="10612756" cy="132773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E16220-DF10-48E8-8988-255957226592}">
      <dsp:nvSpPr>
        <dsp:cNvPr id="0" name=""/>
        <dsp:cNvSpPr/>
      </dsp:nvSpPr>
      <dsp:spPr>
        <a:xfrm>
          <a:off x="401639" y="1958973"/>
          <a:ext cx="730252" cy="73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12B24E-A061-487A-B8B7-AA42DCEE7DDA}">
      <dsp:nvSpPr>
        <dsp:cNvPr id="0" name=""/>
        <dsp:cNvSpPr/>
      </dsp:nvSpPr>
      <dsp:spPr>
        <a:xfrm>
          <a:off x="1533531" y="1660233"/>
          <a:ext cx="9079224" cy="1327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518" tIns="140518" rIns="140518" bIns="14051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Random Forest is best overall</a:t>
          </a:r>
        </a:p>
      </dsp:txBody>
      <dsp:txXfrm>
        <a:off x="1533531" y="1660233"/>
        <a:ext cx="9079224" cy="1327732"/>
      </dsp:txXfrm>
    </dsp:sp>
    <dsp:sp modelId="{B84DFF4F-3804-4E5F-935C-9F66D857F2ED}">
      <dsp:nvSpPr>
        <dsp:cNvPr id="0" name=""/>
        <dsp:cNvSpPr/>
      </dsp:nvSpPr>
      <dsp:spPr>
        <a:xfrm>
          <a:off x="0" y="3319898"/>
          <a:ext cx="10612756" cy="132773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86D9AE-D18A-4A7F-8421-3F932D6EA2E2}">
      <dsp:nvSpPr>
        <dsp:cNvPr id="0" name=""/>
        <dsp:cNvSpPr/>
      </dsp:nvSpPr>
      <dsp:spPr>
        <a:xfrm>
          <a:off x="401639" y="3618638"/>
          <a:ext cx="730252" cy="73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E11B8E-1084-4A5E-8F13-2D309C1F7456}">
      <dsp:nvSpPr>
        <dsp:cNvPr id="0" name=""/>
        <dsp:cNvSpPr/>
      </dsp:nvSpPr>
      <dsp:spPr>
        <a:xfrm>
          <a:off x="1533531" y="3319898"/>
          <a:ext cx="9079224" cy="1327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518" tIns="140518" rIns="140518" bIns="14051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Practical for real retention systems</a:t>
          </a:r>
        </a:p>
      </dsp:txBody>
      <dsp:txXfrm>
        <a:off x="1533531" y="3319898"/>
        <a:ext cx="9079224" cy="13277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9B5162-31D5-D27B-CB8B-8469F66660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B8204-F427-3587-2023-45F3DF3CAD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0B005-AE3F-4DA2-9559-980D1360C114}" type="datetimeFigureOut">
              <a:rPr lang="en-SG" smtClean="0"/>
              <a:t>10/11/25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FF136A-E7CF-98B4-480E-A32119CB16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67F81-B274-2766-0143-5AF2148974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42E51-4BA4-41E8-8E38-E80BA45B03F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558915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A0547B-158A-49BE-8714-80B0BEEFC392}" type="datetimeFigureOut">
              <a:rPr lang="en-SG" smtClean="0"/>
              <a:t>10/11/25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1C9C6-E11A-4277-9787-7297B88DF7E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1560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5400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2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b="0" i="1" cap="none" spc="200" baseline="0">
                <a:solidFill>
                  <a:schemeClr val="bg1"/>
                </a:solidFill>
                <a:latin typeface="Graphik Light" panose="020B0403030202060203" pitchFamily="34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38272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Graphik Regular" panose="020B0503030202060203" pitchFamily="34" charset="0"/>
              </a:defRPr>
            </a:lvl1pPr>
            <a:lvl2pPr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51C70ED-94CA-A642-FD1E-522A6990F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14EF858-2983-E647-2178-E92591E7E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483A77-9139-666A-419A-D5D0E83B9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20835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286604"/>
            <a:ext cx="10612756" cy="1000608"/>
          </a:xfrm>
        </p:spPr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925" y="1549400"/>
            <a:ext cx="10612756" cy="4648199"/>
          </a:xfrm>
        </p:spPr>
        <p:txBody>
          <a:bodyPr/>
          <a:lstStyle>
            <a:lvl1pPr>
              <a:buClr>
                <a:schemeClr val="accent2"/>
              </a:buClr>
              <a:defRPr/>
            </a:lvl1pPr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55830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6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5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Graphik Light" panose="020B0403030202060203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9558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14351" y="286604"/>
            <a:ext cx="11134725" cy="9684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1531407"/>
            <a:ext cx="540000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4590" y="1531408"/>
            <a:ext cx="540000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10093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25617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76892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6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99289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2" y="0"/>
            <a:ext cx="640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2" y="731520"/>
            <a:ext cx="6492240" cy="5257800"/>
          </a:xfrm>
        </p:spPr>
        <p:txBody>
          <a:bodyPr/>
          <a:lstStyle>
            <a:lvl1pPr>
              <a:defRPr>
                <a:latin typeface="Graphik Regular" panose="020B0503030202060203" pitchFamily="34" charset="0"/>
              </a:defRPr>
            </a:lvl1pPr>
            <a:lvl2pPr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6"/>
            <a:ext cx="4648201" cy="36512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F1758FF-0BF1-4103-A89A-38EC40E8542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91982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6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1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12191986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1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68797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96814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6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414779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40214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3876" y="18156"/>
            <a:ext cx="11229975" cy="9940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876" y="1217451"/>
            <a:ext cx="11229975" cy="507429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6" y="6459786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cap="none" baseline="0">
                <a:solidFill>
                  <a:schemeClr val="accent2"/>
                </a:solidFill>
                <a:latin typeface="Graphik Regular" panose="020B0503030202060203" pitchFamily="34" charset="0"/>
              </a:defRPr>
            </a:lvl1pPr>
          </a:lstStyle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79975" y="6459785"/>
            <a:ext cx="1312025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Graphik Thin" panose="020B0203030202060203" pitchFamily="34" charset="0"/>
              </a:defRPr>
            </a:lvl1pPr>
          </a:lstStyle>
          <a:p>
            <a:fld id="{BF1758FF-0BF1-4103-A89A-38EC40E85429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26750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32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b="0" kern="1200" spc="-50" baseline="0">
          <a:solidFill>
            <a:schemeClr val="accent2"/>
          </a:solidFill>
          <a:latin typeface="Graphik Semibold" panose="020B0703030202060203" pitchFamily="34" charset="0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Graphik Light" panose="020B0403030202060203" pitchFamily="34" charset="0"/>
          <a:ea typeface="+mn-ea"/>
          <a:cs typeface="+mn-cs"/>
        </a:defRPr>
      </a:lvl1pPr>
      <a:lvl2pPr marL="486918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Graphik Light" panose="020B0403030202060203" pitchFamily="34" charset="0"/>
          <a:ea typeface="+mn-ea"/>
          <a:cs typeface="+mn-cs"/>
        </a:defRPr>
      </a:lvl2pPr>
      <a:lvl3pPr marL="669798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Graphik Light" panose="020B0403030202060203" pitchFamily="34" charset="0"/>
          <a:ea typeface="+mn-ea"/>
          <a:cs typeface="+mn-cs"/>
        </a:defRPr>
      </a:lvl3pPr>
      <a:lvl4pPr marL="852678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Graphik Light" panose="020B0403030202060203" pitchFamily="34" charset="0"/>
          <a:ea typeface="+mn-ea"/>
          <a:cs typeface="+mn-cs"/>
        </a:defRPr>
      </a:lvl4pPr>
      <a:lvl5pPr marL="1035558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Graphik Light" panose="020B0403030202060203" pitchFamily="34" charset="0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2BFB357-27F2-CAB3-DB8A-349B06BE1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116" y="1691351"/>
            <a:ext cx="9357735" cy="2505563"/>
          </a:xfrm>
        </p:spPr>
        <p:txBody>
          <a:bodyPr>
            <a:normAutofit fontScale="90000"/>
          </a:bodyPr>
          <a:lstStyle/>
          <a:p>
            <a:pPr>
              <a:lnSpc>
                <a:spcPct val="125000"/>
              </a:lnSpc>
              <a:spcBef>
                <a:spcPts val="1200"/>
              </a:spcBef>
              <a:spcAft>
                <a:spcPts val="1800"/>
              </a:spcAft>
            </a:pPr>
            <a:r>
              <a:rPr lang="en-SG" sz="2800" i="1" dirty="0">
                <a:latin typeface="Graphik Bold" panose="020B0803030202060203" pitchFamily="34" charset="0"/>
              </a:rPr>
              <a:t>DA 227o: </a:t>
            </a:r>
            <a:r>
              <a:rPr lang="en-SG" sz="2800" b="1" dirty="0">
                <a:latin typeface="Graphik Bold" panose="020B0803030202060203" pitchFamily="34" charset="0"/>
              </a:rPr>
              <a:t>Data Mining</a:t>
            </a:r>
            <a:br>
              <a:rPr lang="en-SG" sz="2800" b="1" dirty="0">
                <a:latin typeface="Graphik Bold" panose="020B0803030202060203" pitchFamily="34" charset="0"/>
              </a:rPr>
            </a:br>
            <a:r>
              <a:rPr lang="en-US" sz="2800" i="1" dirty="0">
                <a:latin typeface="Graphik Regular" panose="020B0503030202060203" pitchFamily="34" charset="0"/>
              </a:rPr>
              <a:t>Course Project Proposal</a:t>
            </a:r>
            <a:br>
              <a:rPr lang="en-US" sz="2800" i="1" dirty="0">
                <a:latin typeface="Graphik Regular" panose="020B0503030202060203" pitchFamily="34" charset="0"/>
              </a:rPr>
            </a:br>
            <a:br>
              <a:rPr lang="en-US" sz="2400" i="1" dirty="0">
                <a:latin typeface="Graphik Regular" panose="020B0503030202060203" pitchFamily="34" charset="0"/>
              </a:rPr>
            </a:br>
            <a:r>
              <a:rPr lang="en-IN" sz="3600" dirty="0"/>
              <a:t>Customer Churn Prediction Using Machine Learning</a:t>
            </a:r>
            <a:endParaRPr lang="en-SG" sz="3600" b="1" dirty="0">
              <a:latin typeface="Graphik Bold" panose="020B0803030202060203" pitchFamily="34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3E81A4C-F5FA-837F-A4BE-59A4EBDF19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17" t="9724" r="19603" b="12061"/>
          <a:stretch/>
        </p:blipFill>
        <p:spPr bwMode="auto">
          <a:xfrm>
            <a:off x="575117" y="191897"/>
            <a:ext cx="1451723" cy="137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Connector 12"/>
          <p:cNvCxnSpPr>
            <a:cxnSpLocks/>
          </p:cNvCxnSpPr>
          <p:nvPr/>
        </p:nvCxnSpPr>
        <p:spPr>
          <a:xfrm>
            <a:off x="702117" y="4358839"/>
            <a:ext cx="7476683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79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5D6878F-6FFC-FAE5-07B1-73AB5479E4B6}"/>
              </a:ext>
            </a:extLst>
          </p:cNvPr>
          <p:cNvSpPr/>
          <p:nvPr/>
        </p:nvSpPr>
        <p:spPr>
          <a:xfrm rot="18513442">
            <a:off x="10813103" y="-475685"/>
            <a:ext cx="4465544" cy="4402494"/>
          </a:xfrm>
          <a:prstGeom prst="rect">
            <a:avLst/>
          </a:prstGeom>
          <a:solidFill>
            <a:schemeClr val="accent2"/>
          </a:solidFill>
          <a:ln w="28575"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chemeClr val="accent3"/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00920B-79FB-6857-F3B1-ECD8CE96BE76}"/>
              </a:ext>
            </a:extLst>
          </p:cNvPr>
          <p:cNvSpPr/>
          <p:nvPr/>
        </p:nvSpPr>
        <p:spPr>
          <a:xfrm rot="18513442">
            <a:off x="9749882" y="3320943"/>
            <a:ext cx="4465544" cy="4402494"/>
          </a:xfrm>
          <a:prstGeom prst="rect">
            <a:avLst/>
          </a:prstGeom>
          <a:solidFill>
            <a:schemeClr val="accent2"/>
          </a:solidFill>
          <a:ln w="28575"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Subtitle 5">
            <a:extLst>
              <a:ext uri="{FF2B5EF4-FFF2-40B4-BE49-F238E27FC236}">
                <a16:creationId xmlns:a16="http://schemas.microsoft.com/office/drawing/2014/main" id="{D5480749-82AF-F03F-1C0D-58404E7EB2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675" y="4519613"/>
            <a:ext cx="8185150" cy="205581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SG" b="1" spc="10" dirty="0">
                <a:latin typeface="Graphik Semibold" panose="020B0703030202060203" pitchFamily="34" charset="0"/>
              </a:rPr>
              <a:t>Monika Tyagi, </a:t>
            </a:r>
            <a:r>
              <a:rPr lang="en-SG" spc="10" dirty="0">
                <a:latin typeface="Graphik Regular" panose="020B0503030202060203" pitchFamily="34" charset="0"/>
              </a:rPr>
              <a:t>IISC, </a:t>
            </a:r>
            <a:r>
              <a:rPr lang="en-SG" spc="10" dirty="0" err="1">
                <a:latin typeface="Graphik Regular" panose="020B0503030202060203" pitchFamily="34" charset="0"/>
              </a:rPr>
              <a:t>monikatyagi@iisc.ac.in</a:t>
            </a:r>
            <a:endParaRPr lang="en-SG" b="1" spc="10" dirty="0">
              <a:latin typeface="Graphik Semibold" panose="020B0703030202060203" pitchFamily="34" charset="0"/>
            </a:endParaRPr>
          </a:p>
          <a:p>
            <a:pPr>
              <a:spcBef>
                <a:spcPts val="0"/>
              </a:spcBef>
            </a:pPr>
            <a:r>
              <a:rPr lang="en-IN" b="1" dirty="0"/>
              <a:t>Sourajit Bhar</a:t>
            </a:r>
            <a:r>
              <a:rPr lang="en-SG" b="1" spc="10" dirty="0">
                <a:latin typeface="Graphik Semibold" panose="020B0703030202060203" pitchFamily="34" charset="0"/>
              </a:rPr>
              <a:t>, </a:t>
            </a:r>
            <a:r>
              <a:rPr lang="en-SG" spc="10" dirty="0">
                <a:latin typeface="Graphik Regular" panose="020B0503030202060203" pitchFamily="34" charset="0"/>
              </a:rPr>
              <a:t>IISC, </a:t>
            </a:r>
            <a:r>
              <a:rPr lang="en-IN" spc="10" dirty="0" err="1">
                <a:latin typeface="Graphik Regular" panose="020B0503030202060203" pitchFamily="34" charset="0"/>
              </a:rPr>
              <a:t>sourajitbhar</a:t>
            </a:r>
            <a:r>
              <a:rPr lang="en-SG" spc="10" dirty="0">
                <a:latin typeface="Graphik Regular" panose="020B0503030202060203" pitchFamily="34" charset="0"/>
              </a:rPr>
              <a:t>@</a:t>
            </a:r>
            <a:r>
              <a:rPr lang="en-SG" spc="10" dirty="0" err="1">
                <a:latin typeface="Graphik Regular" panose="020B0503030202060203" pitchFamily="34" charset="0"/>
              </a:rPr>
              <a:t>iisc.ac.in</a:t>
            </a:r>
            <a:endParaRPr lang="en-SG" spc="10" dirty="0">
              <a:latin typeface="Graphik Regular" panose="020B0503030202060203" pitchFamily="34" charset="0"/>
            </a:endParaRPr>
          </a:p>
          <a:p>
            <a:pPr>
              <a:spcBef>
                <a:spcPts val="0"/>
              </a:spcBef>
            </a:pPr>
            <a:endParaRPr lang="en-SG" spc="10" dirty="0">
              <a:latin typeface="Graphik Regular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436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IN" sz="360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AA032D-C1A1-5838-0B4E-44245456CD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6651198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IN" sz="3600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341C8B-D4F7-1C7D-ABD3-5CAC0248E8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0922342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B16355-27FB-445B-B646-02AB73637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77212" y="634946"/>
            <a:ext cx="3372529" cy="5055904"/>
          </a:xfrm>
        </p:spPr>
        <p:txBody>
          <a:bodyPr anchor="ctr">
            <a:normAutofit/>
          </a:bodyPr>
          <a:lstStyle/>
          <a:p>
            <a:r>
              <a:t>Dataset Overview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DA680F-F6AC-453E-A8BF-C5BDED285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6978" y="1791298"/>
            <a:ext cx="0" cy="274320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B3BF2E5-C3AB-441F-A430-491119C56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07C90B-B81A-473B-8919-CA924E61F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C61D36-4810-E7C0-AAF9-1E9ABD8D2F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0636958"/>
              </p:ext>
            </p:extLst>
          </p:nvPr>
        </p:nvGraphicFramePr>
        <p:xfrm>
          <a:off x="633413" y="639763"/>
          <a:ext cx="6910387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B16355-27FB-445B-B646-02AB73637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77212" y="634946"/>
            <a:ext cx="3372529" cy="5055904"/>
          </a:xfrm>
        </p:spPr>
        <p:txBody>
          <a:bodyPr anchor="ctr">
            <a:normAutofit/>
          </a:bodyPr>
          <a:lstStyle/>
          <a:p>
            <a:r>
              <a:t>Data Preprocessing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DA680F-F6AC-453E-A8BF-C5BDED285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6978" y="1791298"/>
            <a:ext cx="0" cy="274320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B3BF2E5-C3AB-441F-A430-491119C56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07C90B-B81A-473B-8919-CA924E61F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134486-22DB-3FD8-297A-7A10DFF5E0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6371803"/>
              </p:ext>
            </p:extLst>
          </p:nvPr>
        </p:nvGraphicFramePr>
        <p:xfrm>
          <a:off x="633413" y="639763"/>
          <a:ext cx="6910387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B16355-27FB-445B-B646-02AB73637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77212" y="634946"/>
            <a:ext cx="3372529" cy="5055904"/>
          </a:xfrm>
        </p:spPr>
        <p:txBody>
          <a:bodyPr anchor="ctr">
            <a:normAutofit/>
          </a:bodyPr>
          <a:lstStyle/>
          <a:p>
            <a:r>
              <a:t>Exploratory Data Analysis (EDA)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DA680F-F6AC-453E-A8BF-C5BDED285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6978" y="1791298"/>
            <a:ext cx="0" cy="274320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B3BF2E5-C3AB-441F-A430-491119C56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07C90B-B81A-473B-8919-CA924E61F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21424B-8EFF-8276-DABF-923603C764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2164757"/>
              </p:ext>
            </p:extLst>
          </p:nvPr>
        </p:nvGraphicFramePr>
        <p:xfrm>
          <a:off x="633413" y="639763"/>
          <a:ext cx="6910387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IN" sz="3600">
                <a:solidFill>
                  <a:srgbClr val="FFFFFF"/>
                </a:solidFill>
              </a:rPr>
              <a:t>Modeling Approach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6E2DCD-54D5-EC5E-ECFB-B62611BD78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290886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E1A97B-96C2-2F1E-63D1-FEF5EF1ABB5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2925" y="1549400"/>
          <a:ext cx="10612756" cy="4648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Curves</a:t>
            </a:r>
          </a:p>
        </p:txBody>
      </p:sp>
      <p:pic>
        <p:nvPicPr>
          <p:cNvPr id="3" name="Picture 2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371600"/>
            <a:ext cx="7315200" cy="5486400"/>
          </a:xfrm>
          <a:prstGeom prst="rect">
            <a:avLst/>
          </a:prstGeom>
        </p:spPr>
      </p:pic>
      <p:pic>
        <p:nvPicPr>
          <p:cNvPr id="5" name="Picture 4" descr="A graph of a curve&#10;&#10;AI-generated content may be incorrect.">
            <a:extLst>
              <a:ext uri="{FF2B5EF4-FFF2-40B4-BE49-F238E27FC236}">
                <a16:creationId xmlns:a16="http://schemas.microsoft.com/office/drawing/2014/main" id="{01579514-FB74-A75A-1ABA-946C619A3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400" y="742950"/>
            <a:ext cx="6299200" cy="5372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 – Logistic Regression</a:t>
            </a:r>
          </a:p>
        </p:txBody>
      </p:sp>
      <p:pic>
        <p:nvPicPr>
          <p:cNvPr id="3" name="Picture 2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371600"/>
            <a:ext cx="7315200" cy="5486400"/>
          </a:xfrm>
          <a:prstGeom prst="rect">
            <a:avLst/>
          </a:prstGeom>
        </p:spPr>
      </p:pic>
      <p:pic>
        <p:nvPicPr>
          <p:cNvPr id="5" name="Picture 4" descr="A graph with numbers and a number in blue squares&#10;&#10;AI-generated content may be incorrect.">
            <a:extLst>
              <a:ext uri="{FF2B5EF4-FFF2-40B4-BE49-F238E27FC236}">
                <a16:creationId xmlns:a16="http://schemas.microsoft.com/office/drawing/2014/main" id="{EDC40A31-1A7C-2D09-4D54-F331113641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600200"/>
            <a:ext cx="4572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 – Decision Tree</a:t>
            </a:r>
          </a:p>
        </p:txBody>
      </p:sp>
      <p:pic>
        <p:nvPicPr>
          <p:cNvPr id="3" name="Picture 2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371600"/>
            <a:ext cx="7315200" cy="5486400"/>
          </a:xfrm>
          <a:prstGeom prst="rect">
            <a:avLst/>
          </a:prstGeom>
        </p:spPr>
      </p:pic>
      <p:pic>
        <p:nvPicPr>
          <p:cNvPr id="5" name="Picture 4" descr="A blue squares with numbers and lines&#10;&#10;AI-generated content may be incorrect.">
            <a:extLst>
              <a:ext uri="{FF2B5EF4-FFF2-40B4-BE49-F238E27FC236}">
                <a16:creationId xmlns:a16="http://schemas.microsoft.com/office/drawing/2014/main" id="{C75C759F-AE79-9778-3681-32A3CA7062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600200"/>
            <a:ext cx="4572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 – Random Forest</a:t>
            </a:r>
          </a:p>
        </p:txBody>
      </p:sp>
      <p:pic>
        <p:nvPicPr>
          <p:cNvPr id="3" name="Picture 2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371600"/>
            <a:ext cx="7315200" cy="5486400"/>
          </a:xfrm>
          <a:prstGeom prst="rect">
            <a:avLst/>
          </a:prstGeom>
        </p:spPr>
      </p:pic>
      <p:pic>
        <p:nvPicPr>
          <p:cNvPr id="5" name="Picture 4" descr="A graph of a graph with numbers and a number&#10;&#10;AI-generated content may be incorrect.">
            <a:extLst>
              <a:ext uri="{FF2B5EF4-FFF2-40B4-BE49-F238E27FC236}">
                <a16:creationId xmlns:a16="http://schemas.microsoft.com/office/drawing/2014/main" id="{9F1712D3-C67D-D8D1-427B-C74EE6E2B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600200"/>
            <a:ext cx="4572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 – SVM (RBF)</a:t>
            </a:r>
          </a:p>
        </p:txBody>
      </p:sp>
      <p:pic>
        <p:nvPicPr>
          <p:cNvPr id="3" name="Picture 2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371600"/>
            <a:ext cx="7315200" cy="5486400"/>
          </a:xfrm>
          <a:prstGeom prst="rect">
            <a:avLst/>
          </a:prstGeom>
        </p:spPr>
      </p:pic>
      <p:pic>
        <p:nvPicPr>
          <p:cNvPr id="5" name="Picture 4" descr="A graph of confusion matrix&#10;&#10;AI-generated content may be incorrect.">
            <a:extLst>
              <a:ext uri="{FF2B5EF4-FFF2-40B4-BE49-F238E27FC236}">
                <a16:creationId xmlns:a16="http://schemas.microsoft.com/office/drawing/2014/main" id="{491B7E26-4886-958B-F115-B040951E7F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600200"/>
            <a:ext cx="4572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IN" sz="3600">
                <a:solidFill>
                  <a:srgbClr val="FFFFFF"/>
                </a:solidFill>
              </a:rPr>
              <a:t>Model Performance Summary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8EFB1A-5F08-64E9-A43D-745BB89D89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1502591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IN" sz="3600">
                <a:solidFill>
                  <a:srgbClr val="FFFFFF"/>
                </a:solidFill>
              </a:rPr>
              <a:t>Feature Importance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8E5555-003E-0BAD-63BC-B3F7CE391C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1235059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IN" sz="3600">
                <a:solidFill>
                  <a:srgbClr val="FFFFFF"/>
                </a:solidFill>
              </a:rPr>
              <a:t>Discussion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7C868C-AE4D-B3DA-2D94-FBF0BF862A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7704207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IN" sz="3600">
                <a:solidFill>
                  <a:srgbClr val="FFFFFF"/>
                </a:solidFill>
              </a:rPr>
              <a:t>Limitations &amp; Future Work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7D488D-2AE6-665B-A873-86CBA90588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8648085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429902B-3861-633D-EEE3-408CE6CD535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2925" y="1549400"/>
          <a:ext cx="10612756" cy="4648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FE1848-D305-8D0C-319F-CB6A349F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Thank you!</a:t>
            </a:r>
            <a:br>
              <a:rPr lang="en-US" sz="8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</a:br>
            <a:endParaRPr lang="en-US" sz="800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050F6A-BC12-8CDD-6A99-8896BF7F7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DA 204o: Data Science in Practice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C25B33-5BFE-E64F-0861-DF427B89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F1758FF-0BF1-4103-A89A-38EC40E85429}" type="slidenum">
              <a:rPr lang="en-US" smtClean="0">
                <a:solidFill>
                  <a:srgbClr val="FFFFFF"/>
                </a:solidFill>
                <a:latin typeface="+mn-lt"/>
              </a:rPr>
              <a:pPr>
                <a:spcAft>
                  <a:spcPts val="600"/>
                </a:spcAft>
              </a:pPr>
              <a:t>19</a:t>
            </a:fld>
            <a:endParaRPr lang="en-US">
              <a:solidFill>
                <a:srgbClr val="FFFF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4854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Retrospec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83135591EE7B4E9CE8953A9769B5AA" ma:contentTypeVersion="12" ma:contentTypeDescription="Create a new document." ma:contentTypeScope="" ma:versionID="afb94ed0df6a5bee95e9e8580897838e">
  <xsd:schema xmlns:xsd="http://www.w3.org/2001/XMLSchema" xmlns:xs="http://www.w3.org/2001/XMLSchema" xmlns:p="http://schemas.microsoft.com/office/2006/metadata/properties" xmlns:ns2="b7c451f6-4087-4943-817c-671de9753aab" xmlns:ns3="74614dcc-efbe-4eda-b10f-2861d891d30c" targetNamespace="http://schemas.microsoft.com/office/2006/metadata/properties" ma:root="true" ma:fieldsID="4255e306cc058a65fd4c867a9bd11979" ns2:_="" ns3:_="">
    <xsd:import namespace="b7c451f6-4087-4943-817c-671de9753aab"/>
    <xsd:import namespace="74614dcc-efbe-4eda-b10f-2861d891d3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c451f6-4087-4943-817c-671de9753a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eae8b99-2390-486d-8259-3a0fa512046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614dcc-efbe-4eda-b10f-2861d891d30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5ff3b26-431b-4afd-a3ac-de5f0170074b}" ma:internalName="TaxCatchAll" ma:showField="CatchAllData" ma:web="74614dcc-efbe-4eda-b10f-2861d891d30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EFFC100-CD6E-40CC-858F-9DDB4630395F}">
  <ds:schemaRefs>
    <ds:schemaRef ds:uri="74614dcc-efbe-4eda-b10f-2861d891d30c"/>
    <ds:schemaRef ds:uri="b7c451f6-4087-4943-817c-671de9753a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F114682-BC25-4105-89B6-5A10279B5AF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78</TotalTime>
  <Words>316</Words>
  <Application>Microsoft Macintosh PowerPoint</Application>
  <PresentationFormat>Widescreen</PresentationFormat>
  <Paragraphs>78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Graphik Bold</vt:lpstr>
      <vt:lpstr>Graphik Light</vt:lpstr>
      <vt:lpstr>Graphik Regular</vt:lpstr>
      <vt:lpstr>Graphik Semibold</vt:lpstr>
      <vt:lpstr>Graphik Thin</vt:lpstr>
      <vt:lpstr>Retrospect</vt:lpstr>
      <vt:lpstr>DA 227o: Data Mining Course Project Proposal  Customer Churn Prediction Using Machine Learning</vt:lpstr>
      <vt:lpstr>Problem Statement</vt:lpstr>
      <vt:lpstr>Project Objectives</vt:lpstr>
      <vt:lpstr>Dataset Overview</vt:lpstr>
      <vt:lpstr>Data Preprocessing</vt:lpstr>
      <vt:lpstr>Exploratory Data Analysis (EDA)</vt:lpstr>
      <vt:lpstr>Modeling Approach</vt:lpstr>
      <vt:lpstr>Evaluation Metrics</vt:lpstr>
      <vt:lpstr>ROC Curves</vt:lpstr>
      <vt:lpstr>Confusion Matrix – Logistic Regression</vt:lpstr>
      <vt:lpstr>Confusion Matrix – Decision Tree</vt:lpstr>
      <vt:lpstr>Confusion Matrix – Random Forest</vt:lpstr>
      <vt:lpstr>Confusion Matrix – SVM (RBF)</vt:lpstr>
      <vt:lpstr>Model Performance Summary</vt:lpstr>
      <vt:lpstr>Feature Importance</vt:lpstr>
      <vt:lpstr>Discussion</vt:lpstr>
      <vt:lpstr>Limitations &amp; Future Work</vt:lpstr>
      <vt:lpstr>Conclusion</vt:lpstr>
      <vt:lpstr>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Pandarasamy Arjunan</dc:creator>
  <cp:lastModifiedBy>Monika Tyagi</cp:lastModifiedBy>
  <cp:revision>32</cp:revision>
  <dcterms:created xsi:type="dcterms:W3CDTF">2023-08-01T07:21:01Z</dcterms:created>
  <dcterms:modified xsi:type="dcterms:W3CDTF">2025-11-09T19:05:28Z</dcterms:modified>
</cp:coreProperties>
</file>